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3" r:id="rId6"/>
    <p:sldId id="259" r:id="rId7"/>
    <p:sldId id="261" r:id="rId8"/>
    <p:sldId id="260"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7BA3D-54E3-0EC2-4B9C-6FF893C949B5}" v="3423" dt="2026-09-01T22:48:57.053"/>
    <p1510:client id="{FA83C4BA-7312-4033-9D69-9B3B315B6281}" v="28" dt="2026-09-02T19:38:11.0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65B102A3-DE53-04B6-A0D5-21C566789F6E}"/>
    <pc:docChg chg="modSld">
      <pc:chgData name="Guest User" userId="" providerId="Windows Live" clId="Web-{65B102A3-DE53-04B6-A0D5-21C566789F6E}" dt="2026-08-31T21:57:19.400" v="114" actId="1076"/>
      <pc:docMkLst>
        <pc:docMk/>
      </pc:docMkLst>
      <pc:sldChg chg="addSp delSp modSp">
        <pc:chgData name="Guest User" userId="" providerId="Windows Live" clId="Web-{65B102A3-DE53-04B6-A0D5-21C566789F6E}" dt="2026-08-31T21:52:13.334" v="64" actId="20577"/>
        <pc:sldMkLst>
          <pc:docMk/>
          <pc:sldMk cId="4217786412" sldId="257"/>
        </pc:sldMkLst>
        <pc:spChg chg="add mod">
          <ac:chgData name="Guest User" userId="" providerId="Windows Live" clId="Web-{65B102A3-DE53-04B6-A0D5-21C566789F6E}" dt="2026-08-31T21:52:05.303" v="57" actId="20577"/>
          <ac:spMkLst>
            <pc:docMk/>
            <pc:sldMk cId="4217786412" sldId="257"/>
            <ac:spMk id="8" creationId="{218228C1-9548-9E2F-9EAC-CD7437BABE61}"/>
          </ac:spMkLst>
        </pc:spChg>
      </pc:sldChg>
      <pc:sldChg chg="addSp delSp modSp">
        <pc:chgData name="Guest User" userId="" providerId="Windows Live" clId="Web-{65B102A3-DE53-04B6-A0D5-21C566789F6E}" dt="2026-08-31T21:51:58.068" v="54" actId="20577"/>
        <pc:sldMkLst>
          <pc:docMk/>
          <pc:sldMk cId="996578320" sldId="258"/>
        </pc:sldMkLst>
        <pc:spChg chg="add mod">
          <ac:chgData name="Guest User" userId="" providerId="Windows Live" clId="Web-{65B102A3-DE53-04B6-A0D5-21C566789F6E}" dt="2026-08-31T21:51:51.974" v="51" actId="20577"/>
          <ac:spMkLst>
            <pc:docMk/>
            <pc:sldMk cId="996578320" sldId="258"/>
            <ac:spMk id="7" creationId="{EF3C9FA6-755E-EE1B-27C6-D65FCDBFA9B6}"/>
          </ac:spMkLst>
        </pc:spChg>
      </pc:sldChg>
      <pc:sldChg chg="modSp">
        <pc:chgData name="Guest User" userId="" providerId="Windows Live" clId="Web-{65B102A3-DE53-04B6-A0D5-21C566789F6E}" dt="2026-08-31T21:53:24.835" v="79" actId="1076"/>
        <pc:sldMkLst>
          <pc:docMk/>
          <pc:sldMk cId="1209352589" sldId="259"/>
        </pc:sldMkLst>
        <pc:spChg chg="mod">
          <ac:chgData name="Guest User" userId="" providerId="Windows Live" clId="Web-{65B102A3-DE53-04B6-A0D5-21C566789F6E}" dt="2026-08-31T21:53:24.835" v="79" actId="1076"/>
          <ac:spMkLst>
            <pc:docMk/>
            <pc:sldMk cId="1209352589" sldId="259"/>
            <ac:spMk id="5" creationId="{454010F8-C953-1739-1149-B80B70C95A72}"/>
          </ac:spMkLst>
        </pc:spChg>
      </pc:sldChg>
      <pc:sldChg chg="modSp">
        <pc:chgData name="Guest User" userId="" providerId="Windows Live" clId="Web-{65B102A3-DE53-04B6-A0D5-21C566789F6E}" dt="2026-08-31T21:53:45.960" v="84" actId="20577"/>
        <pc:sldMkLst>
          <pc:docMk/>
          <pc:sldMk cId="1759769987" sldId="260"/>
        </pc:sldMkLst>
      </pc:sldChg>
      <pc:sldChg chg="modSp">
        <pc:chgData name="Guest User" userId="" providerId="Windows Live" clId="Web-{65B102A3-DE53-04B6-A0D5-21C566789F6E}" dt="2026-08-31T21:53:31.022" v="81" actId="20577"/>
        <pc:sldMkLst>
          <pc:docMk/>
          <pc:sldMk cId="1788021157" sldId="261"/>
        </pc:sldMkLst>
      </pc:sldChg>
      <pc:sldChg chg="addSp delSp modSp">
        <pc:chgData name="Guest User" userId="" providerId="Windows Live" clId="Web-{65B102A3-DE53-04B6-A0D5-21C566789F6E}" dt="2026-08-31T21:57:19.400" v="114" actId="1076"/>
        <pc:sldMkLst>
          <pc:docMk/>
          <pc:sldMk cId="932692816" sldId="263"/>
        </pc:sldMkLst>
        <pc:spChg chg="add mod">
          <ac:chgData name="Guest User" userId="" providerId="Windows Live" clId="Web-{65B102A3-DE53-04B6-A0D5-21C566789F6E}" dt="2026-08-31T21:57:05.884" v="110" actId="1076"/>
          <ac:spMkLst>
            <pc:docMk/>
            <pc:sldMk cId="932692816" sldId="263"/>
            <ac:spMk id="5" creationId="{11B4B037-716D-AAC7-C505-AF71872BB459}"/>
          </ac:spMkLst>
        </pc:spChg>
        <pc:spChg chg="add mod">
          <ac:chgData name="Guest User" userId="" providerId="Windows Live" clId="Web-{65B102A3-DE53-04B6-A0D5-21C566789F6E}" dt="2026-08-31T21:57:08.400" v="111" actId="1076"/>
          <ac:spMkLst>
            <pc:docMk/>
            <pc:sldMk cId="932692816" sldId="263"/>
            <ac:spMk id="6" creationId="{9B14CE08-B083-A5F5-B03B-A9069A634A76}"/>
          </ac:spMkLst>
        </pc:spChg>
        <pc:spChg chg="add mod">
          <ac:chgData name="Guest User" userId="" providerId="Windows Live" clId="Web-{65B102A3-DE53-04B6-A0D5-21C566789F6E}" dt="2026-08-31T21:57:03.071" v="109" actId="1076"/>
          <ac:spMkLst>
            <pc:docMk/>
            <pc:sldMk cId="932692816" sldId="263"/>
            <ac:spMk id="9" creationId="{1D603AD6-A86A-EFE0-A13D-1B6007937835}"/>
          </ac:spMkLst>
        </pc:spChg>
        <pc:spChg chg="add mod">
          <ac:chgData name="Guest User" userId="" providerId="Windows Live" clId="Web-{65B102A3-DE53-04B6-A0D5-21C566789F6E}" dt="2026-08-31T21:57:19.400" v="114" actId="1076"/>
          <ac:spMkLst>
            <pc:docMk/>
            <pc:sldMk cId="932692816" sldId="263"/>
            <ac:spMk id="10" creationId="{7EA695E0-0324-36D9-362D-26A6845FD331}"/>
          </ac:spMkLst>
        </pc:spChg>
      </pc:sldChg>
      <pc:sldChg chg="modSp">
        <pc:chgData name="Guest User" userId="" providerId="Windows Live" clId="Web-{65B102A3-DE53-04B6-A0D5-21C566789F6E}" dt="2026-08-31T21:53:55.319" v="87" actId="20577"/>
        <pc:sldMkLst>
          <pc:docMk/>
          <pc:sldMk cId="1569119097" sldId="264"/>
        </pc:sldMkLst>
      </pc:sldChg>
    </pc:docChg>
  </pc:docChgLst>
  <pc:docChgLst>
    <pc:chgData name="Guest User" providerId="Windows Live" clId="Web-{19F7BA3D-54E3-0EC2-4B9C-6FF893C949B5}"/>
    <pc:docChg chg="modSld">
      <pc:chgData name="Guest User" userId="" providerId="Windows Live" clId="Web-{19F7BA3D-54E3-0EC2-4B9C-6FF893C949B5}" dt="2026-09-01T22:48:56.319" v="1803" actId="20577"/>
      <pc:docMkLst>
        <pc:docMk/>
      </pc:docMkLst>
      <pc:sldChg chg="addSp delSp modSp">
        <pc:chgData name="Guest User" userId="" providerId="Windows Live" clId="Web-{19F7BA3D-54E3-0EC2-4B9C-6FF893C949B5}" dt="2026-09-01T22:13:39.973" v="378" actId="1076"/>
        <pc:sldMkLst>
          <pc:docMk/>
          <pc:sldMk cId="1209352589" sldId="259"/>
        </pc:sldMkLst>
        <pc:spChg chg="del">
          <ac:chgData name="Guest User" userId="" providerId="Windows Live" clId="Web-{19F7BA3D-54E3-0EC2-4B9C-6FF893C949B5}" dt="2026-09-01T22:12:37.301" v="357"/>
          <ac:spMkLst>
            <pc:docMk/>
            <pc:sldMk cId="1209352589" sldId="259"/>
            <ac:spMk id="3" creationId="{AE53457E-C710-3781-DF55-0DC0324382A1}"/>
          </ac:spMkLst>
        </pc:spChg>
        <pc:spChg chg="del mod">
          <ac:chgData name="Guest User" userId="" providerId="Windows Live" clId="Web-{19F7BA3D-54E3-0EC2-4B9C-6FF893C949B5}" dt="2026-09-01T22:12:32.801" v="356"/>
          <ac:spMkLst>
            <pc:docMk/>
            <pc:sldMk cId="1209352589" sldId="259"/>
            <ac:spMk id="4" creationId="{7C083828-5A17-C77A-8F65-AED1A08AAC7B}"/>
          </ac:spMkLst>
        </pc:spChg>
        <pc:spChg chg="mod">
          <ac:chgData name="Guest User" userId="" providerId="Windows Live" clId="Web-{19F7BA3D-54E3-0EC2-4B9C-6FF893C949B5}" dt="2026-09-01T22:13:30.160" v="375" actId="1076"/>
          <ac:spMkLst>
            <pc:docMk/>
            <pc:sldMk cId="1209352589" sldId="259"/>
            <ac:spMk id="5" creationId="{454010F8-C953-1739-1149-B80B70C95A72}"/>
          </ac:spMkLst>
        </pc:spChg>
        <pc:spChg chg="add mod">
          <ac:chgData name="Guest User" userId="" providerId="Windows Live" clId="Web-{19F7BA3D-54E3-0EC2-4B9C-6FF893C949B5}" dt="2026-09-01T22:13:28.004" v="374" actId="1076"/>
          <ac:spMkLst>
            <pc:docMk/>
            <pc:sldMk cId="1209352589" sldId="259"/>
            <ac:spMk id="6" creationId="{FCE4F7D8-AD7C-BB0F-D29A-C15A9426CDDF}"/>
          </ac:spMkLst>
        </pc:spChg>
        <pc:spChg chg="add mod">
          <ac:chgData name="Guest User" userId="" providerId="Windows Live" clId="Web-{19F7BA3D-54E3-0EC2-4B9C-6FF893C949B5}" dt="2026-09-01T22:13:38.098" v="377" actId="1076"/>
          <ac:spMkLst>
            <pc:docMk/>
            <pc:sldMk cId="1209352589" sldId="259"/>
            <ac:spMk id="7" creationId="{3CD8FD71-24CF-2AD9-8C39-82DBA73DE1E8}"/>
          </ac:spMkLst>
        </pc:spChg>
        <pc:spChg chg="add mod">
          <ac:chgData name="Guest User" userId="" providerId="Windows Live" clId="Web-{19F7BA3D-54E3-0EC2-4B9C-6FF893C949B5}" dt="2026-09-01T22:13:34.629" v="376" actId="1076"/>
          <ac:spMkLst>
            <pc:docMk/>
            <pc:sldMk cId="1209352589" sldId="259"/>
            <ac:spMk id="8" creationId="{1CBDD781-B660-F31B-8F67-5E971F34A105}"/>
          </ac:spMkLst>
        </pc:spChg>
        <pc:spChg chg="add del">
          <ac:chgData name="Guest User" userId="" providerId="Windows Live" clId="Web-{19F7BA3D-54E3-0EC2-4B9C-6FF893C949B5}" dt="2026-09-01T22:07:43.144" v="178"/>
          <ac:spMkLst>
            <pc:docMk/>
            <pc:sldMk cId="1209352589" sldId="259"/>
            <ac:spMk id="9" creationId="{FB317928-613A-7D57-EA04-9D3805113799}"/>
          </ac:spMkLst>
        </pc:spChg>
        <pc:spChg chg="add mod">
          <ac:chgData name="Guest User" userId="" providerId="Windows Live" clId="Web-{19F7BA3D-54E3-0EC2-4B9C-6FF893C949B5}" dt="2026-09-01T22:13:39.973" v="378" actId="1076"/>
          <ac:spMkLst>
            <pc:docMk/>
            <pc:sldMk cId="1209352589" sldId="259"/>
            <ac:spMk id="10" creationId="{78E19F4E-D4AC-38ED-A486-808EC82B64D2}"/>
          </ac:spMkLst>
        </pc:spChg>
        <pc:spChg chg="add del mod">
          <ac:chgData name="Guest User" userId="" providerId="Windows Live" clId="Web-{19F7BA3D-54E3-0EC2-4B9C-6FF893C949B5}" dt="2026-09-01T22:12:40.363" v="358"/>
          <ac:spMkLst>
            <pc:docMk/>
            <pc:sldMk cId="1209352589" sldId="259"/>
            <ac:spMk id="12" creationId="{43C2816D-DD2E-6488-2732-37DB59E921C8}"/>
          </ac:spMkLst>
        </pc:spChg>
      </pc:sldChg>
      <pc:sldChg chg="addSp delSp modSp">
        <pc:chgData name="Guest User" userId="" providerId="Windows Live" clId="Web-{19F7BA3D-54E3-0EC2-4B9C-6FF893C949B5}" dt="2026-09-01T22:31:26.615" v="1132" actId="1076"/>
        <pc:sldMkLst>
          <pc:docMk/>
          <pc:sldMk cId="1759769987" sldId="260"/>
        </pc:sldMkLst>
        <pc:spChg chg="del">
          <ac:chgData name="Guest User" userId="" providerId="Windows Live" clId="Web-{19F7BA3D-54E3-0EC2-4B9C-6FF893C949B5}" dt="2026-09-01T22:15:02.723" v="379"/>
          <ac:spMkLst>
            <pc:docMk/>
            <pc:sldMk cId="1759769987" sldId="260"/>
            <ac:spMk id="3" creationId="{5201FE30-DA8F-8111-D8C9-CF368DBB7DDB}"/>
          </ac:spMkLst>
        </pc:spChg>
        <pc:spChg chg="mod">
          <ac:chgData name="Guest User" userId="" providerId="Windows Live" clId="Web-{19F7BA3D-54E3-0EC2-4B9C-6FF893C949B5}" dt="2026-09-01T22:23:26.942" v="752" actId="20577"/>
          <ac:spMkLst>
            <pc:docMk/>
            <pc:sldMk cId="1759769987" sldId="260"/>
            <ac:spMk id="4" creationId="{38732F3B-7F02-7CAF-D09E-4529F6159203}"/>
          </ac:spMkLst>
        </pc:spChg>
        <pc:spChg chg="add del mod">
          <ac:chgData name="Guest User" userId="" providerId="Windows Live" clId="Web-{19F7BA3D-54E3-0EC2-4B9C-6FF893C949B5}" dt="2026-09-01T22:15:04.895" v="380"/>
          <ac:spMkLst>
            <pc:docMk/>
            <pc:sldMk cId="1759769987" sldId="260"/>
            <ac:spMk id="6" creationId="{A02AEC81-94E1-E5E8-72CF-7F187058FF05}"/>
          </ac:spMkLst>
        </pc:spChg>
        <pc:spChg chg="add mod">
          <ac:chgData name="Guest User" userId="" providerId="Windows Live" clId="Web-{19F7BA3D-54E3-0EC2-4B9C-6FF893C949B5}" dt="2026-09-01T22:22:09.474" v="729" actId="20577"/>
          <ac:spMkLst>
            <pc:docMk/>
            <pc:sldMk cId="1759769987" sldId="260"/>
            <ac:spMk id="7" creationId="{0D34D315-1F05-23F0-DC4D-07E2B1C8FFC7}"/>
          </ac:spMkLst>
        </pc:spChg>
        <pc:spChg chg="add mod">
          <ac:chgData name="Guest User" userId="" providerId="Windows Live" clId="Web-{19F7BA3D-54E3-0EC2-4B9C-6FF893C949B5}" dt="2026-09-01T22:28:03.318" v="997" actId="1076"/>
          <ac:spMkLst>
            <pc:docMk/>
            <pc:sldMk cId="1759769987" sldId="260"/>
            <ac:spMk id="8" creationId="{306FD2F6-AF7F-72FB-0BDE-A3FFB2E69525}"/>
          </ac:spMkLst>
        </pc:spChg>
        <pc:spChg chg="add mod">
          <ac:chgData name="Guest User" userId="" providerId="Windows Live" clId="Web-{19F7BA3D-54E3-0EC2-4B9C-6FF893C949B5}" dt="2026-09-01T22:27:55.958" v="995" actId="1076"/>
          <ac:spMkLst>
            <pc:docMk/>
            <pc:sldMk cId="1759769987" sldId="260"/>
            <ac:spMk id="9" creationId="{FD2C8CD0-84F0-9A62-42C8-EADC7E4C4AC2}"/>
          </ac:spMkLst>
        </pc:spChg>
        <pc:spChg chg="add mod">
          <ac:chgData name="Guest User" userId="" providerId="Windows Live" clId="Web-{19F7BA3D-54E3-0EC2-4B9C-6FF893C949B5}" dt="2026-09-01T22:27:53.583" v="994" actId="1076"/>
          <ac:spMkLst>
            <pc:docMk/>
            <pc:sldMk cId="1759769987" sldId="260"/>
            <ac:spMk id="10" creationId="{A52FE16F-9299-DDD4-C61E-7F2DD5161AB2}"/>
          </ac:spMkLst>
        </pc:spChg>
        <pc:spChg chg="add mod">
          <ac:chgData name="Guest User" userId="" providerId="Windows Live" clId="Web-{19F7BA3D-54E3-0EC2-4B9C-6FF893C949B5}" dt="2026-09-01T22:28:00.740" v="996" actId="1076"/>
          <ac:spMkLst>
            <pc:docMk/>
            <pc:sldMk cId="1759769987" sldId="260"/>
            <ac:spMk id="11" creationId="{68FC6029-A8AD-A23B-14BE-D16340B73AAE}"/>
          </ac:spMkLst>
        </pc:spChg>
        <pc:spChg chg="add mod">
          <ac:chgData name="Guest User" userId="" providerId="Windows Live" clId="Web-{19F7BA3D-54E3-0EC2-4B9C-6FF893C949B5}" dt="2026-09-01T22:28:05.177" v="998" actId="1076"/>
          <ac:spMkLst>
            <pc:docMk/>
            <pc:sldMk cId="1759769987" sldId="260"/>
            <ac:spMk id="12" creationId="{BFB0FB1E-2B79-9AE2-3BBD-2998233F112F}"/>
          </ac:spMkLst>
        </pc:spChg>
        <pc:spChg chg="add mod">
          <ac:chgData name="Guest User" userId="" providerId="Windows Live" clId="Web-{19F7BA3D-54E3-0EC2-4B9C-6FF893C949B5}" dt="2026-09-01T22:31:26.615" v="1132" actId="1076"/>
          <ac:spMkLst>
            <pc:docMk/>
            <pc:sldMk cId="1759769987" sldId="260"/>
            <ac:spMk id="13" creationId="{51A9DA22-F1FC-7042-721D-C53C4ECBB0EC}"/>
          </ac:spMkLst>
        </pc:spChg>
        <pc:spChg chg="add mod">
          <ac:chgData name="Guest User" userId="" providerId="Windows Live" clId="Web-{19F7BA3D-54E3-0EC2-4B9C-6FF893C949B5}" dt="2026-09-01T22:31:22.880" v="1131" actId="20577"/>
          <ac:spMkLst>
            <pc:docMk/>
            <pc:sldMk cId="1759769987" sldId="260"/>
            <ac:spMk id="14" creationId="{E3711584-8DA0-2FF4-15DD-2E514AAD646E}"/>
          </ac:spMkLst>
        </pc:spChg>
      </pc:sldChg>
      <pc:sldChg chg="addSp delSp modSp">
        <pc:chgData name="Guest User" userId="" providerId="Windows Live" clId="Web-{19F7BA3D-54E3-0EC2-4B9C-6FF893C949B5}" dt="2026-09-01T22:48:49.538" v="1802" actId="20577"/>
        <pc:sldMkLst>
          <pc:docMk/>
          <pc:sldMk cId="1788021157" sldId="261"/>
        </pc:sldMkLst>
        <pc:spChg chg="del">
          <ac:chgData name="Guest User" userId="" providerId="Windows Live" clId="Web-{19F7BA3D-54E3-0EC2-4B9C-6FF893C949B5}" dt="2026-09-01T22:32:45.865" v="1136"/>
          <ac:spMkLst>
            <pc:docMk/>
            <pc:sldMk cId="1788021157" sldId="261"/>
            <ac:spMk id="3" creationId="{92104F96-6FF6-90C9-9451-8B3E99D745F0}"/>
          </ac:spMkLst>
        </pc:spChg>
        <pc:spChg chg="del mod">
          <ac:chgData name="Guest User" userId="" providerId="Windows Live" clId="Web-{19F7BA3D-54E3-0EC2-4B9C-6FF893C949B5}" dt="2026-09-01T22:32:44.240" v="1135"/>
          <ac:spMkLst>
            <pc:docMk/>
            <pc:sldMk cId="1788021157" sldId="261"/>
            <ac:spMk id="4" creationId="{408ECC92-BBE1-A3E0-10A4-47CB8E2FA706}"/>
          </ac:spMkLst>
        </pc:spChg>
        <pc:spChg chg="add del mod">
          <ac:chgData name="Guest User" userId="" providerId="Windows Live" clId="Web-{19F7BA3D-54E3-0EC2-4B9C-6FF893C949B5}" dt="2026-09-01T22:32:47.568" v="1137"/>
          <ac:spMkLst>
            <pc:docMk/>
            <pc:sldMk cId="1788021157" sldId="261"/>
            <ac:spMk id="6" creationId="{8EF923CF-C42C-70D3-F3CF-F6437CC8FD54}"/>
          </ac:spMkLst>
        </pc:spChg>
        <pc:spChg chg="add del">
          <ac:chgData name="Guest User" userId="" providerId="Windows Live" clId="Web-{19F7BA3D-54E3-0EC2-4B9C-6FF893C949B5}" dt="2026-09-01T22:33:02.693" v="1139"/>
          <ac:spMkLst>
            <pc:docMk/>
            <pc:sldMk cId="1788021157" sldId="261"/>
            <ac:spMk id="7" creationId="{7FBDD381-2B94-B406-CEC0-C949A95FD832}"/>
          </ac:spMkLst>
        </pc:spChg>
        <pc:spChg chg="add mod">
          <ac:chgData name="Guest User" userId="" providerId="Windows Live" clId="Web-{19F7BA3D-54E3-0EC2-4B9C-6FF893C949B5}" dt="2026-09-01T22:48:49.538" v="1802" actId="20577"/>
          <ac:spMkLst>
            <pc:docMk/>
            <pc:sldMk cId="1788021157" sldId="261"/>
            <ac:spMk id="8" creationId="{5E47E6DB-95B5-0FE1-74C6-98FDC31F0110}"/>
          </ac:spMkLst>
        </pc:spChg>
      </pc:sldChg>
      <pc:sldChg chg="addSp delSp modSp">
        <pc:chgData name="Guest User" userId="" providerId="Windows Live" clId="Web-{19F7BA3D-54E3-0EC2-4B9C-6FF893C949B5}" dt="2026-09-01T22:48:56.319" v="1803" actId="20577"/>
        <pc:sldMkLst>
          <pc:docMk/>
          <pc:sldMk cId="1569119097" sldId="264"/>
        </pc:sldMkLst>
        <pc:spChg chg="del">
          <ac:chgData name="Guest User" userId="" providerId="Windows Live" clId="Web-{19F7BA3D-54E3-0EC2-4B9C-6FF893C949B5}" dt="2026-09-01T22:37:46.678" v="1287"/>
          <ac:spMkLst>
            <pc:docMk/>
            <pc:sldMk cId="1569119097" sldId="264"/>
            <ac:spMk id="3" creationId="{DCE1E3DE-BF8B-8A88-A8FF-493A35B69A35}"/>
          </ac:spMkLst>
        </pc:spChg>
        <pc:spChg chg="del">
          <ac:chgData name="Guest User" userId="" providerId="Windows Live" clId="Web-{19F7BA3D-54E3-0EC2-4B9C-6FF893C949B5}" dt="2026-09-01T22:37:46.678" v="1286"/>
          <ac:spMkLst>
            <pc:docMk/>
            <pc:sldMk cId="1569119097" sldId="264"/>
            <ac:spMk id="4" creationId="{95D85A3D-2384-1964-46BC-2C54B0D40F53}"/>
          </ac:spMkLst>
        </pc:spChg>
        <pc:spChg chg="add del mod">
          <ac:chgData name="Guest User" userId="" providerId="Windows Live" clId="Web-{19F7BA3D-54E3-0EC2-4B9C-6FF893C949B5}" dt="2026-09-01T22:37:48.522" v="1288"/>
          <ac:spMkLst>
            <pc:docMk/>
            <pc:sldMk cId="1569119097" sldId="264"/>
            <ac:spMk id="6" creationId="{D721D76E-779C-6A31-C3F0-88E3E9007B10}"/>
          </ac:spMkLst>
        </pc:spChg>
        <pc:spChg chg="add mod">
          <ac:chgData name="Guest User" userId="" providerId="Windows Live" clId="Web-{19F7BA3D-54E3-0EC2-4B9C-6FF893C949B5}" dt="2026-09-01T22:48:56.319" v="1803" actId="20577"/>
          <ac:spMkLst>
            <pc:docMk/>
            <pc:sldMk cId="1569119097" sldId="264"/>
            <ac:spMk id="7" creationId="{5BD7BC30-F3AD-2821-0734-C45F21F5FFDE}"/>
          </ac:spMkLst>
        </pc:spChg>
      </pc:sldChg>
    </pc:docChg>
  </pc:docChgLst>
  <pc:docChgLst>
    <pc:chgData name="Ilex Travis" userId="43a0ea009d648fa1" providerId="LiveId" clId="{DBE7835B-0AB8-45DE-9373-48FDA4723002}"/>
    <pc:docChg chg="undo custSel modSld">
      <pc:chgData name="Ilex Travis" userId="43a0ea009d648fa1" providerId="LiveId" clId="{DBE7835B-0AB8-45DE-9373-48FDA4723002}" dt="2026-09-02T19:42:45.166" v="5166" actId="1076"/>
      <pc:docMkLst>
        <pc:docMk/>
      </pc:docMkLst>
      <pc:sldChg chg="modSp mod">
        <pc:chgData name="Ilex Travis" userId="43a0ea009d648fa1" providerId="LiveId" clId="{DBE7835B-0AB8-45DE-9373-48FDA4723002}" dt="2026-09-02T15:33:07.756" v="1395" actId="1076"/>
        <pc:sldMkLst>
          <pc:docMk/>
          <pc:sldMk cId="4217786412" sldId="257"/>
        </pc:sldMkLst>
        <pc:spChg chg="mod">
          <ac:chgData name="Ilex Travis" userId="43a0ea009d648fa1" providerId="LiveId" clId="{DBE7835B-0AB8-45DE-9373-48FDA4723002}" dt="2026-09-02T15:33:07.756" v="1395" actId="1076"/>
          <ac:spMkLst>
            <pc:docMk/>
            <pc:sldMk cId="4217786412" sldId="257"/>
            <ac:spMk id="4" creationId="{DB75992B-36B9-B66C-6E62-686032ABB5F7}"/>
          </ac:spMkLst>
        </pc:spChg>
        <pc:spChg chg="mod">
          <ac:chgData name="Ilex Travis" userId="43a0ea009d648fa1" providerId="LiveId" clId="{DBE7835B-0AB8-45DE-9373-48FDA4723002}" dt="2026-09-02T15:32:44.690" v="1391" actId="1076"/>
          <ac:spMkLst>
            <pc:docMk/>
            <pc:sldMk cId="4217786412" sldId="257"/>
            <ac:spMk id="8" creationId="{218228C1-9548-9E2F-9EAC-CD7437BABE61}"/>
          </ac:spMkLst>
        </pc:spChg>
      </pc:sldChg>
      <pc:sldChg chg="addSp delSp modSp mod">
        <pc:chgData name="Ilex Travis" userId="43a0ea009d648fa1" providerId="LiveId" clId="{DBE7835B-0AB8-45DE-9373-48FDA4723002}" dt="2026-09-02T16:20:51.169" v="2273" actId="1076"/>
        <pc:sldMkLst>
          <pc:docMk/>
          <pc:sldMk cId="996578320" sldId="258"/>
        </pc:sldMkLst>
        <pc:spChg chg="mod">
          <ac:chgData name="Ilex Travis" userId="43a0ea009d648fa1" providerId="LiveId" clId="{DBE7835B-0AB8-45DE-9373-48FDA4723002}" dt="2026-09-02T16:20:37.909" v="2271" actId="207"/>
          <ac:spMkLst>
            <pc:docMk/>
            <pc:sldMk cId="996578320" sldId="258"/>
            <ac:spMk id="3" creationId="{47EEC9FA-876A-6432-8EC2-4CA92ED18E71}"/>
          </ac:spMkLst>
        </pc:spChg>
        <pc:spChg chg="add del mod">
          <ac:chgData name="Ilex Travis" userId="43a0ea009d648fa1" providerId="LiveId" clId="{DBE7835B-0AB8-45DE-9373-48FDA4723002}" dt="2026-09-02T15:34:04.808" v="1403"/>
          <ac:spMkLst>
            <pc:docMk/>
            <pc:sldMk cId="996578320" sldId="258"/>
            <ac:spMk id="4" creationId="{18B50629-4634-3CF2-4C2B-A21D973C77CE}"/>
          </ac:spMkLst>
        </pc:spChg>
        <pc:spChg chg="add del mod">
          <ac:chgData name="Ilex Travis" userId="43a0ea009d648fa1" providerId="LiveId" clId="{DBE7835B-0AB8-45DE-9373-48FDA4723002}" dt="2026-09-02T15:34:22.049" v="1406"/>
          <ac:spMkLst>
            <pc:docMk/>
            <pc:sldMk cId="996578320" sldId="258"/>
            <ac:spMk id="5" creationId="{4F7098A3-208F-2889-DAFA-9CB78237EDDB}"/>
          </ac:spMkLst>
        </pc:spChg>
        <pc:spChg chg="mod">
          <ac:chgData name="Ilex Travis" userId="43a0ea009d648fa1" providerId="LiveId" clId="{DBE7835B-0AB8-45DE-9373-48FDA4723002}" dt="2026-09-02T15:33:30.607" v="1399" actId="1076"/>
          <ac:spMkLst>
            <pc:docMk/>
            <pc:sldMk cId="996578320" sldId="258"/>
            <ac:spMk id="6" creationId="{9FE31071-06ED-539B-E563-C318A1672043}"/>
          </ac:spMkLst>
        </pc:spChg>
        <pc:spChg chg="mod">
          <ac:chgData name="Ilex Travis" userId="43a0ea009d648fa1" providerId="LiveId" clId="{DBE7835B-0AB8-45DE-9373-48FDA4723002}" dt="2026-09-02T15:42:10.498" v="1470" actId="1076"/>
          <ac:spMkLst>
            <pc:docMk/>
            <pc:sldMk cId="996578320" sldId="258"/>
            <ac:spMk id="7" creationId="{EF3C9FA6-755E-EE1B-27C6-D65FCDBFA9B6}"/>
          </ac:spMkLst>
        </pc:spChg>
        <pc:spChg chg="mod">
          <ac:chgData name="Ilex Travis" userId="43a0ea009d648fa1" providerId="LiveId" clId="{DBE7835B-0AB8-45DE-9373-48FDA4723002}" dt="2026-09-02T16:20:45.665" v="2272" actId="1076"/>
          <ac:spMkLst>
            <pc:docMk/>
            <pc:sldMk cId="996578320" sldId="258"/>
            <ac:spMk id="8" creationId="{73059056-36BB-E86C-BC5D-427094E6D87E}"/>
          </ac:spMkLst>
        </pc:spChg>
        <pc:spChg chg="mod">
          <ac:chgData name="Ilex Travis" userId="43a0ea009d648fa1" providerId="LiveId" clId="{DBE7835B-0AB8-45DE-9373-48FDA4723002}" dt="2026-09-02T16:20:51.169" v="2273" actId="1076"/>
          <ac:spMkLst>
            <pc:docMk/>
            <pc:sldMk cId="996578320" sldId="258"/>
            <ac:spMk id="10" creationId="{17662EF7-30B5-4D87-B01D-53441723C6F5}"/>
          </ac:spMkLst>
        </pc:spChg>
      </pc:sldChg>
      <pc:sldChg chg="addSp modSp mod">
        <pc:chgData name="Ilex Travis" userId="43a0ea009d648fa1" providerId="LiveId" clId="{DBE7835B-0AB8-45DE-9373-48FDA4723002}" dt="2026-09-02T19:42:45.166" v="5166" actId="1076"/>
        <pc:sldMkLst>
          <pc:docMk/>
          <pc:sldMk cId="1209352589" sldId="259"/>
        </pc:sldMkLst>
        <pc:spChg chg="mod">
          <ac:chgData name="Ilex Travis" userId="43a0ea009d648fa1" providerId="LiveId" clId="{DBE7835B-0AB8-45DE-9373-48FDA4723002}" dt="2026-09-02T19:31:19.493" v="4344" actId="27636"/>
          <ac:spMkLst>
            <pc:docMk/>
            <pc:sldMk cId="1209352589" sldId="259"/>
            <ac:spMk id="2" creationId="{857D1217-180A-E5CB-7692-A8ED2CB3A5D4}"/>
          </ac:spMkLst>
        </pc:spChg>
        <pc:spChg chg="add mod">
          <ac:chgData name="Ilex Travis" userId="43a0ea009d648fa1" providerId="LiveId" clId="{DBE7835B-0AB8-45DE-9373-48FDA4723002}" dt="2026-09-02T19:32:57.972" v="4379" actId="1076"/>
          <ac:spMkLst>
            <pc:docMk/>
            <pc:sldMk cId="1209352589" sldId="259"/>
            <ac:spMk id="3" creationId="{3823A5C3-F1D6-A0ED-72C6-55EEFC509BDA}"/>
          </ac:spMkLst>
        </pc:spChg>
        <pc:spChg chg="add mod">
          <ac:chgData name="Ilex Travis" userId="43a0ea009d648fa1" providerId="LiveId" clId="{DBE7835B-0AB8-45DE-9373-48FDA4723002}" dt="2026-09-02T19:31:29.626" v="4346" actId="1076"/>
          <ac:spMkLst>
            <pc:docMk/>
            <pc:sldMk cId="1209352589" sldId="259"/>
            <ac:spMk id="5" creationId="{454010F8-C953-1739-1149-B80B70C95A72}"/>
          </ac:spMkLst>
        </pc:spChg>
        <pc:spChg chg="mod">
          <ac:chgData name="Ilex Travis" userId="43a0ea009d648fa1" providerId="LiveId" clId="{DBE7835B-0AB8-45DE-9373-48FDA4723002}" dt="2026-09-02T19:31:27.316" v="4345" actId="1076"/>
          <ac:spMkLst>
            <pc:docMk/>
            <pc:sldMk cId="1209352589" sldId="259"/>
            <ac:spMk id="6" creationId="{FCE4F7D8-AD7C-BB0F-D29A-C15A9426CDDF}"/>
          </ac:spMkLst>
        </pc:spChg>
        <pc:spChg chg="mod">
          <ac:chgData name="Ilex Travis" userId="43a0ea009d648fa1" providerId="LiveId" clId="{DBE7835B-0AB8-45DE-9373-48FDA4723002}" dt="2026-09-02T19:31:41.413" v="4349" actId="1076"/>
          <ac:spMkLst>
            <pc:docMk/>
            <pc:sldMk cId="1209352589" sldId="259"/>
            <ac:spMk id="7" creationId="{3CD8FD71-24CF-2AD9-8C39-82DBA73DE1E8}"/>
          </ac:spMkLst>
        </pc:spChg>
        <pc:spChg chg="mod">
          <ac:chgData name="Ilex Travis" userId="43a0ea009d648fa1" providerId="LiveId" clId="{DBE7835B-0AB8-45DE-9373-48FDA4723002}" dt="2026-09-02T19:42:45.166" v="5166" actId="1076"/>
          <ac:spMkLst>
            <pc:docMk/>
            <pc:sldMk cId="1209352589" sldId="259"/>
            <ac:spMk id="8" creationId="{1CBDD781-B660-F31B-8F67-5E971F34A105}"/>
          </ac:spMkLst>
        </pc:spChg>
        <pc:spChg chg="mod">
          <ac:chgData name="Ilex Travis" userId="43a0ea009d648fa1" providerId="LiveId" clId="{DBE7835B-0AB8-45DE-9373-48FDA4723002}" dt="2026-09-02T19:31:45.578" v="4350" actId="1076"/>
          <ac:spMkLst>
            <pc:docMk/>
            <pc:sldMk cId="1209352589" sldId="259"/>
            <ac:spMk id="10" creationId="{78E19F4E-D4AC-38ED-A486-808EC82B64D2}"/>
          </ac:spMkLst>
        </pc:spChg>
      </pc:sldChg>
      <pc:sldChg chg="addSp delSp modSp mod">
        <pc:chgData name="Ilex Travis" userId="43a0ea009d648fa1" providerId="LiveId" clId="{DBE7835B-0AB8-45DE-9373-48FDA4723002}" dt="2026-09-02T19:25:20.203" v="3799" actId="255"/>
        <pc:sldMkLst>
          <pc:docMk/>
          <pc:sldMk cId="1759769987" sldId="260"/>
        </pc:sldMkLst>
        <pc:spChg chg="mod">
          <ac:chgData name="Ilex Travis" userId="43a0ea009d648fa1" providerId="LiveId" clId="{DBE7835B-0AB8-45DE-9373-48FDA4723002}" dt="2026-09-02T19:22:51.621" v="3763" actId="27636"/>
          <ac:spMkLst>
            <pc:docMk/>
            <pc:sldMk cId="1759769987" sldId="260"/>
            <ac:spMk id="2" creationId="{810F4609-7794-0DC9-3903-8277803CC0F6}"/>
          </ac:spMkLst>
        </pc:spChg>
        <pc:spChg chg="add del mod">
          <ac:chgData name="Ilex Travis" userId="43a0ea009d648fa1" providerId="LiveId" clId="{DBE7835B-0AB8-45DE-9373-48FDA4723002}" dt="2026-09-02T19:14:56.570" v="3057"/>
          <ac:spMkLst>
            <pc:docMk/>
            <pc:sldMk cId="1759769987" sldId="260"/>
            <ac:spMk id="4" creationId="{38732F3B-7F02-7CAF-D09E-4529F6159203}"/>
          </ac:spMkLst>
        </pc:spChg>
        <pc:spChg chg="add del mod">
          <ac:chgData name="Ilex Travis" userId="43a0ea009d648fa1" providerId="LiveId" clId="{DBE7835B-0AB8-45DE-9373-48FDA4723002}" dt="2026-09-02T19:18:57.949" v="3358"/>
          <ac:spMkLst>
            <pc:docMk/>
            <pc:sldMk cId="1759769987" sldId="260"/>
            <ac:spMk id="5" creationId="{260BC218-B13A-2029-3CF3-2940C3449AD3}"/>
          </ac:spMkLst>
        </pc:spChg>
        <pc:spChg chg="mod">
          <ac:chgData name="Ilex Travis" userId="43a0ea009d648fa1" providerId="LiveId" clId="{DBE7835B-0AB8-45DE-9373-48FDA4723002}" dt="2026-09-02T19:22:46.302" v="3761" actId="1076"/>
          <ac:spMkLst>
            <pc:docMk/>
            <pc:sldMk cId="1759769987" sldId="260"/>
            <ac:spMk id="7" creationId="{0D34D315-1F05-23F0-DC4D-07E2B1C8FFC7}"/>
          </ac:spMkLst>
        </pc:spChg>
        <pc:spChg chg="mod">
          <ac:chgData name="Ilex Travis" userId="43a0ea009d648fa1" providerId="LiveId" clId="{DBE7835B-0AB8-45DE-9373-48FDA4723002}" dt="2026-09-02T19:24:59.444" v="3794" actId="1076"/>
          <ac:spMkLst>
            <pc:docMk/>
            <pc:sldMk cId="1759769987" sldId="260"/>
            <ac:spMk id="8" creationId="{306FD2F6-AF7F-72FB-0BDE-A3FFB2E69525}"/>
          </ac:spMkLst>
        </pc:spChg>
        <pc:spChg chg="del mod">
          <ac:chgData name="Ilex Travis" userId="43a0ea009d648fa1" providerId="LiveId" clId="{DBE7835B-0AB8-45DE-9373-48FDA4723002}" dt="2026-09-02T19:21:15.118" v="3642"/>
          <ac:spMkLst>
            <pc:docMk/>
            <pc:sldMk cId="1759769987" sldId="260"/>
            <ac:spMk id="9" creationId="{FD2C8CD0-84F0-9A62-42C8-EADC7E4C4AC2}"/>
          </ac:spMkLst>
        </pc:spChg>
        <pc:spChg chg="del mod">
          <ac:chgData name="Ilex Travis" userId="43a0ea009d648fa1" providerId="LiveId" clId="{DBE7835B-0AB8-45DE-9373-48FDA4723002}" dt="2026-09-02T19:18:43.780" v="3342" actId="21"/>
          <ac:spMkLst>
            <pc:docMk/>
            <pc:sldMk cId="1759769987" sldId="260"/>
            <ac:spMk id="10" creationId="{A52FE16F-9299-DDD4-C61E-7F2DD5161AB2}"/>
          </ac:spMkLst>
        </pc:spChg>
        <pc:spChg chg="mod">
          <ac:chgData name="Ilex Travis" userId="43a0ea009d648fa1" providerId="LiveId" clId="{DBE7835B-0AB8-45DE-9373-48FDA4723002}" dt="2026-09-02T19:25:05.209" v="3796" actId="14100"/>
          <ac:spMkLst>
            <pc:docMk/>
            <pc:sldMk cId="1759769987" sldId="260"/>
            <ac:spMk id="11" creationId="{68FC6029-A8AD-A23B-14BE-D16340B73AAE}"/>
          </ac:spMkLst>
        </pc:spChg>
        <pc:spChg chg="mod">
          <ac:chgData name="Ilex Travis" userId="43a0ea009d648fa1" providerId="LiveId" clId="{DBE7835B-0AB8-45DE-9373-48FDA4723002}" dt="2026-09-02T19:24:54.642" v="3793" actId="1076"/>
          <ac:spMkLst>
            <pc:docMk/>
            <pc:sldMk cId="1759769987" sldId="260"/>
            <ac:spMk id="12" creationId="{BFB0FB1E-2B79-9AE2-3BBD-2998233F112F}"/>
          </ac:spMkLst>
        </pc:spChg>
        <pc:spChg chg="mod">
          <ac:chgData name="Ilex Travis" userId="43a0ea009d648fa1" providerId="LiveId" clId="{DBE7835B-0AB8-45DE-9373-48FDA4723002}" dt="2026-09-02T19:24:50.596" v="3792" actId="1076"/>
          <ac:spMkLst>
            <pc:docMk/>
            <pc:sldMk cId="1759769987" sldId="260"/>
            <ac:spMk id="13" creationId="{51A9DA22-F1FC-7042-721D-C53C4ECBB0EC}"/>
          </ac:spMkLst>
        </pc:spChg>
        <pc:spChg chg="mod">
          <ac:chgData name="Ilex Travis" userId="43a0ea009d648fa1" providerId="LiveId" clId="{DBE7835B-0AB8-45DE-9373-48FDA4723002}" dt="2026-09-02T19:25:20.203" v="3799" actId="255"/>
          <ac:spMkLst>
            <pc:docMk/>
            <pc:sldMk cId="1759769987" sldId="260"/>
            <ac:spMk id="14" creationId="{E3711584-8DA0-2FF4-15DD-2E514AAD646E}"/>
          </ac:spMkLst>
        </pc:spChg>
      </pc:sldChg>
      <pc:sldChg chg="addSp modSp mod">
        <pc:chgData name="Ilex Travis" userId="43a0ea009d648fa1" providerId="LiveId" clId="{DBE7835B-0AB8-45DE-9373-48FDA4723002}" dt="2026-09-02T19:37:50.827" v="4951" actId="1076"/>
        <pc:sldMkLst>
          <pc:docMk/>
          <pc:sldMk cId="1788021157" sldId="261"/>
        </pc:sldMkLst>
        <pc:spChg chg="mod">
          <ac:chgData name="Ilex Travis" userId="43a0ea009d648fa1" providerId="LiveId" clId="{DBE7835B-0AB8-45DE-9373-48FDA4723002}" dt="2026-09-02T19:37:50.827" v="4951" actId="1076"/>
          <ac:spMkLst>
            <pc:docMk/>
            <pc:sldMk cId="1788021157" sldId="261"/>
            <ac:spMk id="8" creationId="{5E47E6DB-95B5-0FE1-74C6-98FDC31F0110}"/>
          </ac:spMkLst>
        </pc:spChg>
      </pc:sldChg>
      <pc:sldChg chg="modSp mod">
        <pc:chgData name="Ilex Travis" userId="43a0ea009d648fa1" providerId="LiveId" clId="{DBE7835B-0AB8-45DE-9373-48FDA4723002}" dt="2026-09-02T19:41:59.777" v="5165" actId="20577"/>
        <pc:sldMkLst>
          <pc:docMk/>
          <pc:sldMk cId="2352454691" sldId="262"/>
        </pc:sldMkLst>
        <pc:spChg chg="mod">
          <ac:chgData name="Ilex Travis" userId="43a0ea009d648fa1" providerId="LiveId" clId="{DBE7835B-0AB8-45DE-9373-48FDA4723002}" dt="2026-09-02T19:41:59.777" v="5165" actId="20577"/>
          <ac:spMkLst>
            <pc:docMk/>
            <pc:sldMk cId="2352454691" sldId="262"/>
            <ac:spMk id="3" creationId="{8B7E1D93-F347-2B9D-6978-B0B7D4105007}"/>
          </ac:spMkLst>
        </pc:spChg>
      </pc:sldChg>
      <pc:sldChg chg="modSp mod">
        <pc:chgData name="Ilex Travis" userId="43a0ea009d648fa1" providerId="LiveId" clId="{DBE7835B-0AB8-45DE-9373-48FDA4723002}" dt="2026-09-02T16:34:35.987" v="2850" actId="1076"/>
        <pc:sldMkLst>
          <pc:docMk/>
          <pc:sldMk cId="932692816" sldId="263"/>
        </pc:sldMkLst>
        <pc:spChg chg="mod">
          <ac:chgData name="Ilex Travis" userId="43a0ea009d648fa1" providerId="LiveId" clId="{DBE7835B-0AB8-45DE-9373-48FDA4723002}" dt="2026-09-02T16:34:01.353" v="2843" actId="14100"/>
          <ac:spMkLst>
            <pc:docMk/>
            <pc:sldMk cId="932692816" sldId="263"/>
            <ac:spMk id="5" creationId="{11B4B037-716D-AAC7-C505-AF71872BB459}"/>
          </ac:spMkLst>
        </pc:spChg>
        <pc:spChg chg="mod">
          <ac:chgData name="Ilex Travis" userId="43a0ea009d648fa1" providerId="LiveId" clId="{DBE7835B-0AB8-45DE-9373-48FDA4723002}" dt="2026-09-02T16:34:33.396" v="2849" actId="1076"/>
          <ac:spMkLst>
            <pc:docMk/>
            <pc:sldMk cId="932692816" sldId="263"/>
            <ac:spMk id="6" creationId="{9B14CE08-B083-A5F5-B03B-A9069A634A76}"/>
          </ac:spMkLst>
        </pc:spChg>
        <pc:spChg chg="mod">
          <ac:chgData name="Ilex Travis" userId="43a0ea009d648fa1" providerId="LiveId" clId="{DBE7835B-0AB8-45DE-9373-48FDA4723002}" dt="2026-09-02T16:34:17.434" v="2846" actId="1076"/>
          <ac:spMkLst>
            <pc:docMk/>
            <pc:sldMk cId="932692816" sldId="263"/>
            <ac:spMk id="8" creationId="{CD243A55-C95B-936C-5AC6-75344EFCADC5}"/>
          </ac:spMkLst>
        </pc:spChg>
        <pc:spChg chg="mod">
          <ac:chgData name="Ilex Travis" userId="43a0ea009d648fa1" providerId="LiveId" clId="{DBE7835B-0AB8-45DE-9373-48FDA4723002}" dt="2026-09-02T16:34:12.125" v="2845" actId="1076"/>
          <ac:spMkLst>
            <pc:docMk/>
            <pc:sldMk cId="932692816" sldId="263"/>
            <ac:spMk id="9" creationId="{1D603AD6-A86A-EFE0-A13D-1B6007937835}"/>
          </ac:spMkLst>
        </pc:spChg>
        <pc:spChg chg="mod">
          <ac:chgData name="Ilex Travis" userId="43a0ea009d648fa1" providerId="LiveId" clId="{DBE7835B-0AB8-45DE-9373-48FDA4723002}" dt="2026-09-02T16:34:35.987" v="2850" actId="1076"/>
          <ac:spMkLst>
            <pc:docMk/>
            <pc:sldMk cId="932692816" sldId="263"/>
            <ac:spMk id="10" creationId="{7EA695E0-0324-36D9-362D-26A6845FD331}"/>
          </ac:spMkLst>
        </pc:spChg>
      </pc:sldChg>
      <pc:sldChg chg="addSp modSp mod">
        <pc:chgData name="Ilex Travis" userId="43a0ea009d648fa1" providerId="LiveId" clId="{DBE7835B-0AB8-45DE-9373-48FDA4723002}" dt="2026-09-02T19:38:39.845" v="5144" actId="20577"/>
        <pc:sldMkLst>
          <pc:docMk/>
          <pc:sldMk cId="1569119097" sldId="264"/>
        </pc:sldMkLst>
        <pc:spChg chg="mod">
          <ac:chgData name="Ilex Travis" userId="43a0ea009d648fa1" providerId="LiveId" clId="{DBE7835B-0AB8-45DE-9373-48FDA4723002}" dt="2026-09-02T19:38:39.845" v="5144" actId="20577"/>
          <ac:spMkLst>
            <pc:docMk/>
            <pc:sldMk cId="1569119097" sldId="264"/>
            <ac:spMk id="7" creationId="{5BD7BC30-F3AD-2821-0734-C45F21F5FFDE}"/>
          </ac:spMkLst>
        </pc:spChg>
      </pc:sldChg>
      <pc:sldChg chg="modSp mod">
        <pc:chgData name="Ilex Travis" userId="43a0ea009d648fa1" providerId="LiveId" clId="{DBE7835B-0AB8-45DE-9373-48FDA4723002}" dt="2026-09-02T19:12:55.189" v="2974" actId="113"/>
        <pc:sldMkLst>
          <pc:docMk/>
          <pc:sldMk cId="1285699125" sldId="265"/>
        </pc:sldMkLst>
        <pc:spChg chg="mod">
          <ac:chgData name="Ilex Travis" userId="43a0ea009d648fa1" providerId="LiveId" clId="{DBE7835B-0AB8-45DE-9373-48FDA4723002}" dt="2026-09-02T19:12:55.189" v="2974" actId="113"/>
          <ac:spMkLst>
            <pc:docMk/>
            <pc:sldMk cId="1285699125" sldId="265"/>
            <ac:spMk id="3" creationId="{CE1A2608-D600-66EE-6E98-ED046E0AF071}"/>
          </ac:spMkLst>
        </pc:spChg>
      </pc:sldChg>
    </pc:docChg>
  </pc:docChgLst>
  <pc:docChgLst>
    <pc:chgData name="Guest User" providerId="Windows Live" clId="Web-{00000000-0000-0000-0000-000000000000}"/>
    <pc:docChg chg="modSld">
      <pc:chgData name="Guest User" userId="" providerId="Windows Live" clId="Web-{00000000-0000-0000-0000-000000000000}" dt="2026-09-01T01:03:20.036" v="559" actId="1076"/>
      <pc:docMkLst>
        <pc:docMk/>
      </pc:docMkLst>
      <pc:sldChg chg="addSp delSp modSp">
        <pc:chgData name="Guest User" userId="" providerId="Windows Live" clId="Web-{00000000-0000-0000-0000-000000000000}" dt="2026-09-01T01:02:41.926" v="553" actId="14100"/>
        <pc:sldMkLst>
          <pc:docMk/>
          <pc:sldMk cId="996578320" sldId="258"/>
        </pc:sldMkLst>
        <pc:spChg chg="mod">
          <ac:chgData name="Guest User" userId="" providerId="Windows Live" clId="Web-{00000000-0000-0000-0000-000000000000}" dt="2026-09-01T01:02:41.926" v="553" actId="14100"/>
          <ac:spMkLst>
            <pc:docMk/>
            <pc:sldMk cId="996578320" sldId="258"/>
            <ac:spMk id="2" creationId="{8593A00E-C25A-9797-AD96-9E16E741123C}"/>
          </ac:spMkLst>
        </pc:spChg>
        <pc:spChg chg="mod">
          <ac:chgData name="Guest User" userId="" providerId="Windows Live" clId="Web-{00000000-0000-0000-0000-000000000000}" dt="2026-09-01T00:52:28.479" v="303" actId="1076"/>
          <ac:spMkLst>
            <pc:docMk/>
            <pc:sldMk cId="996578320" sldId="258"/>
            <ac:spMk id="3" creationId="{47EEC9FA-876A-6432-8EC2-4CA92ED18E71}"/>
          </ac:spMkLst>
        </pc:spChg>
        <pc:spChg chg="del">
          <ac:chgData name="Guest User" userId="" providerId="Windows Live" clId="Web-{00000000-0000-0000-0000-000000000000}" dt="2026-09-01T00:51:46.885" v="287"/>
          <ac:spMkLst>
            <pc:docMk/>
            <pc:sldMk cId="996578320" sldId="258"/>
            <ac:spMk id="4" creationId="{09A7455E-DA5F-AABC-C808-2D434748FC4C}"/>
          </ac:spMkLst>
        </pc:spChg>
        <pc:spChg chg="del">
          <ac:chgData name="Guest User" userId="" providerId="Windows Live" clId="Web-{00000000-0000-0000-0000-000000000000}" dt="2026-09-01T00:48:20.679" v="144"/>
          <ac:spMkLst>
            <pc:docMk/>
            <pc:sldMk cId="996578320" sldId="258"/>
            <ac:spMk id="5" creationId="{1CBF3036-8062-3DAC-FDBF-7AFB86B01643}"/>
          </ac:spMkLst>
        </pc:spChg>
        <pc:spChg chg="mod">
          <ac:chgData name="Guest User" userId="" providerId="Windows Live" clId="Web-{00000000-0000-0000-0000-000000000000}" dt="2026-09-01T00:52:32.995" v="304" actId="1076"/>
          <ac:spMkLst>
            <pc:docMk/>
            <pc:sldMk cId="996578320" sldId="258"/>
            <ac:spMk id="6" creationId="{9FE31071-06ED-539B-E563-C318A1672043}"/>
          </ac:spMkLst>
        </pc:spChg>
        <pc:spChg chg="mod">
          <ac:chgData name="Guest User" userId="" providerId="Windows Live" clId="Web-{00000000-0000-0000-0000-000000000000}" dt="2026-09-01T00:52:21.948" v="302" actId="20577"/>
          <ac:spMkLst>
            <pc:docMk/>
            <pc:sldMk cId="996578320" sldId="258"/>
            <ac:spMk id="7" creationId="{EF3C9FA6-755E-EE1B-27C6-D65FCDBFA9B6}"/>
          </ac:spMkLst>
        </pc:spChg>
        <pc:spChg chg="add mod">
          <ac:chgData name="Guest User" userId="" providerId="Windows Live" clId="Web-{00000000-0000-0000-0000-000000000000}" dt="2026-09-01T00:48:47.210" v="151" actId="20577"/>
          <ac:spMkLst>
            <pc:docMk/>
            <pc:sldMk cId="996578320" sldId="258"/>
            <ac:spMk id="8" creationId="{73059056-36BB-E86C-BC5D-427094E6D87E}"/>
          </ac:spMkLst>
        </pc:spChg>
        <pc:spChg chg="del">
          <ac:chgData name="Guest User" userId="" providerId="Windows Live" clId="Web-{00000000-0000-0000-0000-000000000000}" dt="2026-09-01T00:41:28.048" v="0"/>
          <ac:spMkLst>
            <pc:docMk/>
            <pc:sldMk cId="996578320" sldId="258"/>
            <ac:spMk id="9" creationId="{71C97627-C71B-A23A-3ABF-C561A812DDDA}"/>
          </ac:spMkLst>
        </pc:spChg>
        <pc:spChg chg="add mod">
          <ac:chgData name="Guest User" userId="" providerId="Windows Live" clId="Web-{00000000-0000-0000-0000-000000000000}" dt="2026-09-01T00:51:58.729" v="291"/>
          <ac:spMkLst>
            <pc:docMk/>
            <pc:sldMk cId="996578320" sldId="258"/>
            <ac:spMk id="10" creationId="{17662EF7-30B5-4D87-B01D-53441723C6F5}"/>
          </ac:spMkLst>
        </pc:spChg>
      </pc:sldChg>
      <pc:sldChg chg="addSp delSp modSp">
        <pc:chgData name="Guest User" userId="" providerId="Windows Live" clId="Web-{00000000-0000-0000-0000-000000000000}" dt="2026-09-01T01:03:20.036" v="559" actId="1076"/>
        <pc:sldMkLst>
          <pc:docMk/>
          <pc:sldMk cId="932692816" sldId="263"/>
        </pc:sldMkLst>
        <pc:spChg chg="mod">
          <ac:chgData name="Guest User" userId="" providerId="Windows Live" clId="Web-{00000000-0000-0000-0000-000000000000}" dt="2026-09-01T01:03:06.333" v="556" actId="14100"/>
          <ac:spMkLst>
            <pc:docMk/>
            <pc:sldMk cId="932692816" sldId="263"/>
            <ac:spMk id="2" creationId="{CD805E34-20A0-CE0E-8AE5-6EDE5FB95BD7}"/>
          </ac:spMkLst>
        </pc:spChg>
        <pc:spChg chg="del">
          <ac:chgData name="Guest User" userId="" providerId="Windows Live" clId="Web-{00000000-0000-0000-0000-000000000000}" dt="2026-09-01T00:55:38.841" v="305"/>
          <ac:spMkLst>
            <pc:docMk/>
            <pc:sldMk cId="932692816" sldId="263"/>
            <ac:spMk id="3" creationId="{AC68D4D9-B294-A6E4-B9D6-AD7A2128BE19}"/>
          </ac:spMkLst>
        </pc:spChg>
        <pc:spChg chg="mod">
          <ac:chgData name="Guest User" userId="" providerId="Windows Live" clId="Web-{00000000-0000-0000-0000-000000000000}" dt="2026-09-01T01:01:39.207" v="524" actId="14100"/>
          <ac:spMkLst>
            <pc:docMk/>
            <pc:sldMk cId="932692816" sldId="263"/>
            <ac:spMk id="5" creationId="{11B4B037-716D-AAC7-C505-AF71872BB459}"/>
          </ac:spMkLst>
        </pc:spChg>
        <pc:spChg chg="mod">
          <ac:chgData name="Guest User" userId="" providerId="Windows Live" clId="Web-{00000000-0000-0000-0000-000000000000}" dt="2026-09-01T01:01:41.644" v="525" actId="14100"/>
          <ac:spMkLst>
            <pc:docMk/>
            <pc:sldMk cId="932692816" sldId="263"/>
            <ac:spMk id="6" creationId="{9B14CE08-B083-A5F5-B03B-A9069A634A76}"/>
          </ac:spMkLst>
        </pc:spChg>
        <pc:spChg chg="add del mod">
          <ac:chgData name="Guest User" userId="" providerId="Windows Live" clId="Web-{00000000-0000-0000-0000-000000000000}" dt="2026-09-01T00:55:41.560" v="306"/>
          <ac:spMkLst>
            <pc:docMk/>
            <pc:sldMk cId="932692816" sldId="263"/>
            <ac:spMk id="7" creationId="{F720DE64-1AF0-FAE9-3F26-F27E052F38F9}"/>
          </ac:spMkLst>
        </pc:spChg>
        <pc:spChg chg="add mod">
          <ac:chgData name="Guest User" userId="" providerId="Windows Live" clId="Web-{00000000-0000-0000-0000-000000000000}" dt="2026-09-01T01:03:20.036" v="559" actId="1076"/>
          <ac:spMkLst>
            <pc:docMk/>
            <pc:sldMk cId="932692816" sldId="263"/>
            <ac:spMk id="8" creationId="{CD243A55-C95B-936C-5AC6-75344EFCADC5}"/>
          </ac:spMkLst>
        </pc:spChg>
        <pc:spChg chg="mod">
          <ac:chgData name="Guest User" userId="" providerId="Windows Live" clId="Web-{00000000-0000-0000-0000-000000000000}" dt="2026-09-01T01:03:16.630" v="558" actId="1076"/>
          <ac:spMkLst>
            <pc:docMk/>
            <pc:sldMk cId="932692816" sldId="263"/>
            <ac:spMk id="9" creationId="{1D603AD6-A86A-EFE0-A13D-1B6007937835}"/>
          </ac:spMkLst>
        </pc:spChg>
        <pc:spChg chg="mod">
          <ac:chgData name="Guest User" userId="" providerId="Windows Live" clId="Web-{00000000-0000-0000-0000-000000000000}" dt="2026-09-01T01:03:13.161" v="557" actId="1076"/>
          <ac:spMkLst>
            <pc:docMk/>
            <pc:sldMk cId="932692816" sldId="263"/>
            <ac:spMk id="10" creationId="{7EA695E0-0324-36D9-362D-26A6845FD331}"/>
          </ac:spMkLst>
        </pc:spChg>
      </pc:sldChg>
    </pc:docChg>
  </pc:docChgLst>
  <pc:docChgLst>
    <pc:chgData name="Guest User" providerId="Windows Live" clId="Web-{C1A1E848-441B-394B-76F5-84EDA1EDD29E}"/>
    <pc:docChg chg="modSld">
      <pc:chgData name="Guest User" userId="" providerId="Windows Live" clId="Web-{C1A1E848-441B-394B-76F5-84EDA1EDD29E}" dt="2026-09-01T00:30:26.419" v="532"/>
      <pc:docMkLst>
        <pc:docMk/>
      </pc:docMkLst>
      <pc:sldChg chg="addSp delSp modSp">
        <pc:chgData name="Guest User" userId="" providerId="Windows Live" clId="Web-{C1A1E848-441B-394B-76F5-84EDA1EDD29E}" dt="2026-09-01T00:26:31.343" v="501" actId="20577"/>
        <pc:sldMkLst>
          <pc:docMk/>
          <pc:sldMk cId="4217786412" sldId="257"/>
        </pc:sldMkLst>
        <pc:spChg chg="mod">
          <ac:chgData name="Guest User" userId="" providerId="Windows Live" clId="Web-{C1A1E848-441B-394B-76F5-84EDA1EDD29E}" dt="2026-09-01T00:14:59.566" v="231" actId="14100"/>
          <ac:spMkLst>
            <pc:docMk/>
            <pc:sldMk cId="4217786412" sldId="257"/>
            <ac:spMk id="2" creationId="{81CA37AA-63BF-D6B6-FAEF-8E8D05D0E732}"/>
          </ac:spMkLst>
        </pc:spChg>
        <pc:spChg chg="add mod">
          <ac:chgData name="Guest User" userId="" providerId="Windows Live" clId="Web-{C1A1E848-441B-394B-76F5-84EDA1EDD29E}" dt="2026-09-01T00:26:04.921" v="495" actId="20577"/>
          <ac:spMkLst>
            <pc:docMk/>
            <pc:sldMk cId="4217786412" sldId="257"/>
            <ac:spMk id="3" creationId="{E066E292-8809-1736-2D76-E07772921BFF}"/>
          </ac:spMkLst>
        </pc:spChg>
        <pc:spChg chg="add mod">
          <ac:chgData name="Guest User" userId="" providerId="Windows Live" clId="Web-{C1A1E848-441B-394B-76F5-84EDA1EDD29E}" dt="2026-09-01T00:15:13.706" v="234" actId="1076"/>
          <ac:spMkLst>
            <pc:docMk/>
            <pc:sldMk cId="4217786412" sldId="257"/>
            <ac:spMk id="4" creationId="{DB75992B-36B9-B66C-6E62-686032ABB5F7}"/>
          </ac:spMkLst>
        </pc:spChg>
        <pc:spChg chg="del mod">
          <ac:chgData name="Guest User" userId="" providerId="Windows Live" clId="Web-{C1A1E848-441B-394B-76F5-84EDA1EDD29E}" dt="2026-09-01T00:13:42.160" v="211"/>
          <ac:spMkLst>
            <pc:docMk/>
            <pc:sldMk cId="4217786412" sldId="257"/>
            <ac:spMk id="5" creationId="{4C8DE644-405E-7037-D258-231476A67DE7}"/>
          </ac:spMkLst>
        </pc:spChg>
        <pc:spChg chg="mod">
          <ac:chgData name="Guest User" userId="" providerId="Windows Live" clId="Web-{C1A1E848-441B-394B-76F5-84EDA1EDD29E}" dt="2026-09-01T00:26:31.343" v="501" actId="20577"/>
          <ac:spMkLst>
            <pc:docMk/>
            <pc:sldMk cId="4217786412" sldId="257"/>
            <ac:spMk id="8" creationId="{218228C1-9548-9E2F-9EAC-CD7437BABE61}"/>
          </ac:spMkLst>
        </pc:spChg>
        <pc:spChg chg="del">
          <ac:chgData name="Guest User" userId="" providerId="Windows Live" clId="Web-{C1A1E848-441B-394B-76F5-84EDA1EDD29E}" dt="2026-09-01T00:14:01.707" v="212"/>
          <ac:spMkLst>
            <pc:docMk/>
            <pc:sldMk cId="4217786412" sldId="257"/>
            <ac:spMk id="10" creationId="{AC272739-3091-8757-A42E-ED5C7D3D77EF}"/>
          </ac:spMkLst>
        </pc:spChg>
      </pc:sldChg>
      <pc:sldChg chg="addSp delSp modSp">
        <pc:chgData name="Guest User" userId="" providerId="Windows Live" clId="Web-{C1A1E848-441B-394B-76F5-84EDA1EDD29E}" dt="2026-09-01T00:30:26.419" v="532"/>
        <pc:sldMkLst>
          <pc:docMk/>
          <pc:sldMk cId="996578320" sldId="258"/>
        </pc:sldMkLst>
        <pc:spChg chg="add mod">
          <ac:chgData name="Guest User" userId="" providerId="Windows Live" clId="Web-{C1A1E848-441B-394B-76F5-84EDA1EDD29E}" dt="2026-09-01T00:30:08.872" v="530" actId="1076"/>
          <ac:spMkLst>
            <pc:docMk/>
            <pc:sldMk cId="996578320" sldId="258"/>
            <ac:spMk id="3" creationId="{47EEC9FA-876A-6432-8EC2-4CA92ED18E71}"/>
          </ac:spMkLst>
        </pc:spChg>
        <pc:spChg chg="add mod">
          <ac:chgData name="Guest User" userId="" providerId="Windows Live" clId="Web-{C1A1E848-441B-394B-76F5-84EDA1EDD29E}" dt="2026-09-01T00:08:15.709" v="25"/>
          <ac:spMkLst>
            <pc:docMk/>
            <pc:sldMk cId="996578320" sldId="258"/>
            <ac:spMk id="4" creationId="{09A7455E-DA5F-AABC-C808-2D434748FC4C}"/>
          </ac:spMkLst>
        </pc:spChg>
        <pc:spChg chg="add mod">
          <ac:chgData name="Guest User" userId="" providerId="Windows Live" clId="Web-{C1A1E848-441B-394B-76F5-84EDA1EDD29E}" dt="2026-09-01T00:30:11.013" v="531" actId="1076"/>
          <ac:spMkLst>
            <pc:docMk/>
            <pc:sldMk cId="996578320" sldId="258"/>
            <ac:spMk id="6" creationId="{9FE31071-06ED-539B-E563-C318A1672043}"/>
          </ac:spMkLst>
        </pc:spChg>
        <pc:spChg chg="mod">
          <ac:chgData name="Guest User" userId="" providerId="Windows Live" clId="Web-{C1A1E848-441B-394B-76F5-84EDA1EDD29E}" dt="2026-09-01T00:07:21.100" v="15" actId="1076"/>
          <ac:spMkLst>
            <pc:docMk/>
            <pc:sldMk cId="996578320" sldId="258"/>
            <ac:spMk id="7" creationId="{EF3C9FA6-755E-EE1B-27C6-D65FCDBFA9B6}"/>
          </ac:spMkLst>
        </pc:spChg>
        <pc:spChg chg="del">
          <ac:chgData name="Guest User" userId="" providerId="Windows Live" clId="Web-{C1A1E848-441B-394B-76F5-84EDA1EDD29E}" dt="2026-09-01T00:06:50.257" v="6"/>
          <ac:spMkLst>
            <pc:docMk/>
            <pc:sldMk cId="996578320" sldId="258"/>
            <ac:spMk id="8" creationId="{779F28A3-13F8-F636-B3AB-087652E8A66C}"/>
          </ac:spMkLst>
        </pc:spChg>
        <pc:spChg chg="add">
          <ac:chgData name="Guest User" userId="" providerId="Windows Live" clId="Web-{C1A1E848-441B-394B-76F5-84EDA1EDD29E}" dt="2026-09-01T00:30:26.419" v="532"/>
          <ac:spMkLst>
            <pc:docMk/>
            <pc:sldMk cId="996578320" sldId="258"/>
            <ac:spMk id="9" creationId="{71C97627-C71B-A23A-3ABF-C561A812DDDA}"/>
          </ac:spMkLst>
        </pc:spChg>
      </pc:sldChg>
      <pc:sldChg chg="modSp">
        <pc:chgData name="Guest User" userId="" providerId="Windows Live" clId="Web-{C1A1E848-441B-394B-76F5-84EDA1EDD29E}" dt="2026-09-01T00:09:10.912" v="37"/>
        <pc:sldMkLst>
          <pc:docMk/>
          <pc:sldMk cId="1759769987" sldId="260"/>
        </pc:sldMkLst>
        <pc:spChg chg="mod">
          <ac:chgData name="Guest User" userId="" providerId="Windows Live" clId="Web-{C1A1E848-441B-394B-76F5-84EDA1EDD29E}" dt="2026-09-01T00:09:10.896" v="36"/>
          <ac:spMkLst>
            <pc:docMk/>
            <pc:sldMk cId="1759769987" sldId="260"/>
            <ac:spMk id="3" creationId="{5201FE30-DA8F-8111-D8C9-CF368DBB7DDB}"/>
          </ac:spMkLst>
        </pc:spChg>
        <pc:spChg chg="mod">
          <ac:chgData name="Guest User" userId="" providerId="Windows Live" clId="Web-{C1A1E848-441B-394B-76F5-84EDA1EDD29E}" dt="2026-09-01T00:09:10.912" v="37"/>
          <ac:spMkLst>
            <pc:docMk/>
            <pc:sldMk cId="1759769987" sldId="260"/>
            <ac:spMk id="4" creationId="{38732F3B-7F02-7CAF-D09E-4529F6159203}"/>
          </ac:spMkLst>
        </pc:spChg>
      </pc:sldChg>
      <pc:sldChg chg="modSp">
        <pc:chgData name="Guest User" userId="" providerId="Windows Live" clId="Web-{C1A1E848-441B-394B-76F5-84EDA1EDD29E}" dt="2026-09-01T00:08:54.803" v="34"/>
        <pc:sldMkLst>
          <pc:docMk/>
          <pc:sldMk cId="1788021157" sldId="261"/>
        </pc:sldMkLst>
        <pc:spChg chg="mod">
          <ac:chgData name="Guest User" userId="" providerId="Windows Live" clId="Web-{C1A1E848-441B-394B-76F5-84EDA1EDD29E}" dt="2026-09-01T00:08:54.803" v="34"/>
          <ac:spMkLst>
            <pc:docMk/>
            <pc:sldMk cId="1788021157" sldId="261"/>
            <ac:spMk id="4" creationId="{408ECC92-BBE1-A3E0-10A4-47CB8E2FA706}"/>
          </ac:spMkLst>
        </pc:spChg>
      </pc:sldChg>
      <pc:sldChg chg="modSp">
        <pc:chgData name="Guest User" userId="" providerId="Windows Live" clId="Web-{C1A1E848-441B-394B-76F5-84EDA1EDD29E}" dt="2026-09-01T00:25:23.874" v="486" actId="20577"/>
        <pc:sldMkLst>
          <pc:docMk/>
          <pc:sldMk cId="2352454691" sldId="262"/>
        </pc:sldMkLst>
        <pc:spChg chg="mod">
          <ac:chgData name="Guest User" userId="" providerId="Windows Live" clId="Web-{C1A1E848-441B-394B-76F5-84EDA1EDD29E}" dt="2026-09-01T00:25:23.874" v="486" actId="20577"/>
          <ac:spMkLst>
            <pc:docMk/>
            <pc:sldMk cId="2352454691" sldId="262"/>
            <ac:spMk id="3" creationId="{8B7E1D93-F347-2B9D-6978-B0B7D4105007}"/>
          </ac:spMkLst>
        </pc:spChg>
      </pc:sldChg>
      <pc:sldChg chg="modSp">
        <pc:chgData name="Guest User" userId="" providerId="Windows Live" clId="Web-{C1A1E848-441B-394B-76F5-84EDA1EDD29E}" dt="2026-09-01T00:08:45.662" v="33" actId="1076"/>
        <pc:sldMkLst>
          <pc:docMk/>
          <pc:sldMk cId="932692816" sldId="263"/>
        </pc:sldMkLst>
        <pc:spChg chg="mod">
          <ac:chgData name="Guest User" userId="" providerId="Windows Live" clId="Web-{C1A1E848-441B-394B-76F5-84EDA1EDD29E}" dt="2026-09-01T00:08:35.662" v="31" actId="14100"/>
          <ac:spMkLst>
            <pc:docMk/>
            <pc:sldMk cId="932692816" sldId="263"/>
            <ac:spMk id="5" creationId="{11B4B037-716D-AAC7-C505-AF71872BB459}"/>
          </ac:spMkLst>
        </pc:spChg>
        <pc:spChg chg="mod">
          <ac:chgData name="Guest User" userId="" providerId="Windows Live" clId="Web-{C1A1E848-441B-394B-76F5-84EDA1EDD29E}" dt="2026-09-01T00:08:25.318" v="27"/>
          <ac:spMkLst>
            <pc:docMk/>
            <pc:sldMk cId="932692816" sldId="263"/>
            <ac:spMk id="6" creationId="{9B14CE08-B083-A5F5-B03B-A9069A634A76}"/>
          </ac:spMkLst>
        </pc:spChg>
        <pc:spChg chg="mod">
          <ac:chgData name="Guest User" userId="" providerId="Windows Live" clId="Web-{C1A1E848-441B-394B-76F5-84EDA1EDD29E}" dt="2026-09-01T00:08:39.303" v="32" actId="1076"/>
          <ac:spMkLst>
            <pc:docMk/>
            <pc:sldMk cId="932692816" sldId="263"/>
            <ac:spMk id="9" creationId="{1D603AD6-A86A-EFE0-A13D-1B6007937835}"/>
          </ac:spMkLst>
        </pc:spChg>
        <pc:spChg chg="mod">
          <ac:chgData name="Guest User" userId="" providerId="Windows Live" clId="Web-{C1A1E848-441B-394B-76F5-84EDA1EDD29E}" dt="2026-09-01T00:08:45.662" v="33" actId="1076"/>
          <ac:spMkLst>
            <pc:docMk/>
            <pc:sldMk cId="932692816" sldId="263"/>
            <ac:spMk id="10" creationId="{7EA695E0-0324-36D9-362D-26A6845FD331}"/>
          </ac:spMkLst>
        </pc:spChg>
      </pc:sldChg>
      <pc:sldChg chg="modSp">
        <pc:chgData name="Guest User" userId="" providerId="Windows Live" clId="Web-{C1A1E848-441B-394B-76F5-84EDA1EDD29E}" dt="2026-09-01T00:09:05.396" v="35"/>
        <pc:sldMkLst>
          <pc:docMk/>
          <pc:sldMk cId="1569119097" sldId="264"/>
        </pc:sldMkLst>
        <pc:spChg chg="mod">
          <ac:chgData name="Guest User" userId="" providerId="Windows Live" clId="Web-{C1A1E848-441B-394B-76F5-84EDA1EDD29E}" dt="2026-09-01T00:09:05.396" v="35"/>
          <ac:spMkLst>
            <pc:docMk/>
            <pc:sldMk cId="1569119097" sldId="264"/>
            <ac:spMk id="4" creationId="{95D85A3D-2384-1964-46BC-2C54B0D40F5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680FA-6888-6DD0-89EF-23C7B1345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B03B22-3A5F-C5C5-9ADE-1291AFEFE0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BDBF84-E9D4-5B2B-EDC6-FD6B1CDF831E}"/>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5" name="Footer Placeholder 4">
            <a:extLst>
              <a:ext uri="{FF2B5EF4-FFF2-40B4-BE49-F238E27FC236}">
                <a16:creationId xmlns:a16="http://schemas.microsoft.com/office/drawing/2014/main" id="{6697EA5F-FBC5-E820-DA90-EB01620466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29C9AC-3064-452F-C967-900458BB66D9}"/>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240283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AC14-AD36-9FC8-56F4-DE70711367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C04A48-7A89-001B-60F0-E1308A13B6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C486A7-3D7C-A0A3-6193-D5BD45B41339}"/>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5" name="Footer Placeholder 4">
            <a:extLst>
              <a:ext uri="{FF2B5EF4-FFF2-40B4-BE49-F238E27FC236}">
                <a16:creationId xmlns:a16="http://schemas.microsoft.com/office/drawing/2014/main" id="{69D17973-2340-DCB8-082D-0C2832216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990EE-E9F1-9B38-1E91-B52264C2D968}"/>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307502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1AA62-437A-034B-F1C8-BFF15C1F7B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3E83C3-DECB-69CF-FC88-B459C00D0E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C0295D-DF7A-7F87-4378-195914773BB1}"/>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5" name="Footer Placeholder 4">
            <a:extLst>
              <a:ext uri="{FF2B5EF4-FFF2-40B4-BE49-F238E27FC236}">
                <a16:creationId xmlns:a16="http://schemas.microsoft.com/office/drawing/2014/main" id="{F7AC4E3D-7CFE-3FEB-57FB-C89108452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224865-53AB-1B1B-25B7-9AC6E8BCF980}"/>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2507733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7DAB-8349-5C0B-4A2A-65FC806D98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9F3DED-BBBB-58B7-2673-C4BCFDBADB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AEE9EC-C190-F5EB-5CC5-37AB0F6836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7AE6D2-A9F4-F777-71B6-27EC63837836}"/>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6" name="Footer Placeholder 5">
            <a:extLst>
              <a:ext uri="{FF2B5EF4-FFF2-40B4-BE49-F238E27FC236}">
                <a16:creationId xmlns:a16="http://schemas.microsoft.com/office/drawing/2014/main" id="{B40689F4-66A7-9213-99CB-7D8C823246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2BD424-1967-6358-C083-ADBF56812781}"/>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1330233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463C-390E-7E9B-FD48-10C40A1D0C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6496DB-FE35-429B-0D38-137C966931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BB563-963C-32D1-9E73-B7234B572C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9CB86C-DC1E-A6C8-6BCC-C2663A11D7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DFFD7C-A808-96E6-337A-BDAE2E3629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4C22AC-B89A-465B-69E7-B1773F7825ED}"/>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8" name="Footer Placeholder 7">
            <a:extLst>
              <a:ext uri="{FF2B5EF4-FFF2-40B4-BE49-F238E27FC236}">
                <a16:creationId xmlns:a16="http://schemas.microsoft.com/office/drawing/2014/main" id="{EA784038-DFB9-1E6B-BED8-415B679DDE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4A8F35-C4DC-4814-08A7-1B20A8D9E17E}"/>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2004219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1D7A8-F4A9-3907-A314-F679125B67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C50991-1FBF-07E3-0E4B-23BA47E725A9}"/>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4" name="Footer Placeholder 3">
            <a:extLst>
              <a:ext uri="{FF2B5EF4-FFF2-40B4-BE49-F238E27FC236}">
                <a16:creationId xmlns:a16="http://schemas.microsoft.com/office/drawing/2014/main" id="{6F8AF57B-FE92-7F1B-658B-155ACF55E2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DDF839-66FC-1AAA-0165-A9F793D6CA01}"/>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862990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C48824-8B40-0BA3-97AB-9ABF4D49ED64}"/>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3" name="Footer Placeholder 2">
            <a:extLst>
              <a:ext uri="{FF2B5EF4-FFF2-40B4-BE49-F238E27FC236}">
                <a16:creationId xmlns:a16="http://schemas.microsoft.com/office/drawing/2014/main" id="{4ED92C8F-4160-744E-A79C-5C08E209E6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7B46AF-0E4A-4837-4AB5-B5AC8DD34D22}"/>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286390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0AAB8-F899-F276-5FF5-92E37F99E4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197CAF-4F03-1A93-268B-FD81AA0757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6A2D2B-C067-DC1D-14D4-C580BDE1A8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F82365-61C0-418A-9F33-D4D17ECC6963}"/>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6" name="Footer Placeholder 5">
            <a:extLst>
              <a:ext uri="{FF2B5EF4-FFF2-40B4-BE49-F238E27FC236}">
                <a16:creationId xmlns:a16="http://schemas.microsoft.com/office/drawing/2014/main" id="{D1D39663-AA1A-82DC-678E-19C5DDCC2C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BB0345-A52C-3017-179A-745389EF5CA3}"/>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845699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8921-B774-8EB2-4798-37BBB16A84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9766E3-58F5-F60D-063B-ABE335C0E1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3B17B8-20FC-FEFF-EB41-554444803A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B5F76A-A893-0BC1-EE37-A8220B5AE8FA}"/>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6" name="Footer Placeholder 5">
            <a:extLst>
              <a:ext uri="{FF2B5EF4-FFF2-40B4-BE49-F238E27FC236}">
                <a16:creationId xmlns:a16="http://schemas.microsoft.com/office/drawing/2014/main" id="{439344F4-C148-AC14-552A-B3E4826D70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490AB4-142E-1A11-3F5C-965C99788F4F}"/>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2749623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98247-2417-E24A-0ADE-AA378AA7B6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947341-05A3-D2FF-0F3D-DBD73101DC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6115B-5285-A9A7-4479-C3A531714946}"/>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5" name="Footer Placeholder 4">
            <a:extLst>
              <a:ext uri="{FF2B5EF4-FFF2-40B4-BE49-F238E27FC236}">
                <a16:creationId xmlns:a16="http://schemas.microsoft.com/office/drawing/2014/main" id="{3C420640-E52C-2620-2084-C30ABEB6FD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39AD24-2F36-BDED-464F-19DAA1D91B31}"/>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2522245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A610E2-C32A-6B67-84CC-BC0542A4CE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43A3E0-8930-F00B-F843-E7E0E87351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B1FB8D-1F3A-FB3D-4EC5-92655CD7898E}"/>
              </a:ext>
            </a:extLst>
          </p:cNvPr>
          <p:cNvSpPr>
            <a:spLocks noGrp="1"/>
          </p:cNvSpPr>
          <p:nvPr>
            <p:ph type="dt" sz="half" idx="10"/>
          </p:nvPr>
        </p:nvSpPr>
        <p:spPr/>
        <p:txBody>
          <a:bodyPr/>
          <a:lstStyle/>
          <a:p>
            <a:fld id="{E79D33B1-495A-4804-9213-FE0DCE9E8E08}" type="datetimeFigureOut">
              <a:rPr lang="en-US" smtClean="0"/>
              <a:t>9/2/2026</a:t>
            </a:fld>
            <a:endParaRPr lang="en-US"/>
          </a:p>
        </p:txBody>
      </p:sp>
      <p:sp>
        <p:nvSpPr>
          <p:cNvPr id="5" name="Footer Placeholder 4">
            <a:extLst>
              <a:ext uri="{FF2B5EF4-FFF2-40B4-BE49-F238E27FC236}">
                <a16:creationId xmlns:a16="http://schemas.microsoft.com/office/drawing/2014/main" id="{2B75D533-2247-F6CF-1031-74E38902D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583B4-3F8E-8287-9584-038FFDD567FF}"/>
              </a:ext>
            </a:extLst>
          </p:cNvPr>
          <p:cNvSpPr>
            <a:spLocks noGrp="1"/>
          </p:cNvSpPr>
          <p:nvPr>
            <p:ph type="sldNum" sz="quarter" idx="12"/>
          </p:nvPr>
        </p:nvSpPr>
        <p:spPr/>
        <p:txBody>
          <a:bodyPr/>
          <a:lstStyle/>
          <a:p>
            <a:fld id="{F694702E-51FD-4D34-883B-2A6D3FE75BF9}" type="slidenum">
              <a:rPr lang="en-US" smtClean="0"/>
              <a:t>‹#›</a:t>
            </a:fld>
            <a:endParaRPr lang="en-US"/>
          </a:p>
        </p:txBody>
      </p:sp>
    </p:spTree>
    <p:extLst>
      <p:ext uri="{BB962C8B-B14F-4D97-AF65-F5344CB8AC3E}">
        <p14:creationId xmlns:p14="http://schemas.microsoft.com/office/powerpoint/2010/main" val="582331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B0A016-81B5-D5C5-DB5C-C93ED37BC3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5A4631-07EA-F3FB-E785-8345FB435B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D71C2D-4B88-9CAD-13FD-A0FC1F372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9D33B1-495A-4804-9213-FE0DCE9E8E08}" type="datetimeFigureOut">
              <a:rPr lang="en-US" smtClean="0"/>
              <a:t>9/2/2026</a:t>
            </a:fld>
            <a:endParaRPr lang="en-US"/>
          </a:p>
        </p:txBody>
      </p:sp>
      <p:sp>
        <p:nvSpPr>
          <p:cNvPr id="5" name="Footer Placeholder 4">
            <a:extLst>
              <a:ext uri="{FF2B5EF4-FFF2-40B4-BE49-F238E27FC236}">
                <a16:creationId xmlns:a16="http://schemas.microsoft.com/office/drawing/2014/main" id="{C18762A5-D4C2-2580-5B17-92180E3214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A2D9373-9554-D9C4-D385-EAD87BF30A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94702E-51FD-4D34-883B-2A6D3FE75BF9}" type="slidenum">
              <a:rPr lang="en-US" smtClean="0"/>
              <a:t>‹#›</a:t>
            </a:fld>
            <a:endParaRPr lang="en-US"/>
          </a:p>
        </p:txBody>
      </p:sp>
    </p:spTree>
    <p:extLst>
      <p:ext uri="{BB962C8B-B14F-4D97-AF65-F5344CB8AC3E}">
        <p14:creationId xmlns:p14="http://schemas.microsoft.com/office/powerpoint/2010/main" val="3530155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D87E-4DC7-4A93-6831-25656A8A30F3}"/>
              </a:ext>
            </a:extLst>
          </p:cNvPr>
          <p:cNvSpPr>
            <a:spLocks noGrp="1"/>
          </p:cNvSpPr>
          <p:nvPr>
            <p:ph type="ctrTitle"/>
          </p:nvPr>
        </p:nvSpPr>
        <p:spPr>
          <a:xfrm>
            <a:off x="1524000" y="1946822"/>
            <a:ext cx="9144000" cy="2387600"/>
          </a:xfrm>
        </p:spPr>
        <p:txBody>
          <a:bodyPr/>
          <a:lstStyle/>
          <a:p>
            <a:r>
              <a:rPr lang="en-US" b="1" i="1" dirty="0"/>
              <a:t>Summary of Loops, </a:t>
            </a:r>
            <a:r>
              <a:rPr lang="en-US" b="1" i="1" dirty="0" err="1"/>
              <a:t>Printf</a:t>
            </a:r>
            <a:r>
              <a:rPr lang="en-US" b="1" i="1" dirty="0"/>
              <a:t>, </a:t>
            </a:r>
            <a:r>
              <a:rPr lang="en-US" b="1" i="1" dirty="0" err="1"/>
              <a:t>Scanf</a:t>
            </a:r>
            <a:r>
              <a:rPr lang="en-US" b="1" i="1" dirty="0"/>
              <a:t> A03</a:t>
            </a:r>
          </a:p>
        </p:txBody>
      </p:sp>
      <p:sp>
        <p:nvSpPr>
          <p:cNvPr id="3" name="Subtitle 2">
            <a:extLst>
              <a:ext uri="{FF2B5EF4-FFF2-40B4-BE49-F238E27FC236}">
                <a16:creationId xmlns:a16="http://schemas.microsoft.com/office/drawing/2014/main" id="{4428FD7E-3EE4-52DA-5D75-BCF5E2504C36}"/>
              </a:ext>
            </a:extLst>
          </p:cNvPr>
          <p:cNvSpPr>
            <a:spLocks noGrp="1"/>
          </p:cNvSpPr>
          <p:nvPr>
            <p:ph type="subTitle" idx="1"/>
          </p:nvPr>
        </p:nvSpPr>
        <p:spPr>
          <a:xfrm>
            <a:off x="8154649" y="0"/>
            <a:ext cx="4037351" cy="1655762"/>
          </a:xfrm>
        </p:spPr>
        <p:txBody>
          <a:bodyPr>
            <a:normAutofit lnSpcReduction="10000"/>
          </a:bodyPr>
          <a:lstStyle/>
          <a:p>
            <a:r>
              <a:rPr lang="en-US"/>
              <a:t>Ilex Travis</a:t>
            </a:r>
          </a:p>
          <a:p>
            <a:r>
              <a:rPr lang="en-US"/>
              <a:t>ENGR-2304-3</a:t>
            </a:r>
          </a:p>
          <a:p>
            <a:r>
              <a:rPr lang="en-US"/>
              <a:t>Roderick Crowder</a:t>
            </a:r>
          </a:p>
          <a:p>
            <a:r>
              <a:rPr lang="en-US"/>
              <a:t>8/30/2026</a:t>
            </a:r>
          </a:p>
        </p:txBody>
      </p:sp>
    </p:spTree>
    <p:extLst>
      <p:ext uri="{BB962C8B-B14F-4D97-AF65-F5344CB8AC3E}">
        <p14:creationId xmlns:p14="http://schemas.microsoft.com/office/powerpoint/2010/main" val="1883952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37AA-63BF-D6B6-FAEF-8E8D05D0E732}"/>
              </a:ext>
            </a:extLst>
          </p:cNvPr>
          <p:cNvSpPr>
            <a:spLocks noGrp="1"/>
          </p:cNvSpPr>
          <p:nvPr>
            <p:ph type="title"/>
          </p:nvPr>
        </p:nvSpPr>
        <p:spPr>
          <a:xfrm>
            <a:off x="838200" y="365125"/>
            <a:ext cx="10515600" cy="637647"/>
          </a:xfrm>
        </p:spPr>
        <p:txBody>
          <a:bodyPr>
            <a:normAutofit fontScale="90000"/>
          </a:bodyPr>
          <a:lstStyle/>
          <a:p>
            <a:r>
              <a:rPr lang="en-US">
                <a:latin typeface="Rockwell" panose="02060603020205020403" pitchFamily="18" charset="0"/>
                <a:cs typeface="Aldhabi" panose="020F0502020204030204" pitchFamily="2" charset="-78"/>
              </a:rPr>
              <a:t>Loops</a:t>
            </a:r>
          </a:p>
        </p:txBody>
      </p:sp>
      <p:sp>
        <p:nvSpPr>
          <p:cNvPr id="8" name="TextBox 7">
            <a:extLst>
              <a:ext uri="{FF2B5EF4-FFF2-40B4-BE49-F238E27FC236}">
                <a16:creationId xmlns:a16="http://schemas.microsoft.com/office/drawing/2014/main" id="{218228C1-9548-9E2F-9EAC-CD7437BABE61}"/>
              </a:ext>
            </a:extLst>
          </p:cNvPr>
          <p:cNvSpPr txBox="1"/>
          <p:nvPr/>
        </p:nvSpPr>
        <p:spPr>
          <a:xfrm>
            <a:off x="5820832" y="2000251"/>
            <a:ext cx="6096000"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0" dirty="0">
                <a:latin typeface="Times New Roman"/>
                <a:ea typeface="roboto"/>
                <a:cs typeface="Times New Roman"/>
              </a:rPr>
              <a:t>There are five key purposes of loops in no direct order. </a:t>
            </a:r>
            <a:r>
              <a:rPr lang="en-US" sz="2000" dirty="0">
                <a:latin typeface="Times New Roman"/>
                <a:ea typeface="roboto"/>
                <a:cs typeface="Times New Roman"/>
              </a:rPr>
              <a:t>Repetitive execution, which means running a set of statements multiple times, this allows you to not have to keep rewriting the code.</a:t>
            </a:r>
            <a:r>
              <a:rPr lang="en-US" sz="2000" i="0" dirty="0">
                <a:latin typeface="Times New Roman"/>
                <a:ea typeface="roboto"/>
                <a:cs typeface="Times New Roman"/>
              </a:rPr>
              <a:t> Next, efficiency, this avoids manual repetition of code for large number iterations or large programs, making the program exponentially readable. Thirdly, data processing, which refers to traverse arrays, linked lists, and or other data structures.</a:t>
            </a:r>
          </a:p>
          <a:p>
            <a:r>
              <a:rPr lang="en-US" sz="2000" dirty="0">
                <a:latin typeface="Times New Roman"/>
                <a:ea typeface="roboto"/>
                <a:cs typeface="Times New Roman"/>
              </a:rPr>
              <a:t>Also</a:t>
            </a:r>
            <a:r>
              <a:rPr lang="en-US" sz="2000" i="0" dirty="0">
                <a:latin typeface="Times New Roman"/>
                <a:ea typeface="roboto"/>
                <a:cs typeface="Times New Roman"/>
              </a:rPr>
              <a:t>, pattern generation, this creates sequences or patterns. Lastly, and a very important and amazing pro of loops is error reduction, loops minimize manual coding and potential mistakes by limiting the large repetitive input required to build some successful programs.</a:t>
            </a:r>
          </a:p>
        </p:txBody>
      </p:sp>
      <p:sp>
        <p:nvSpPr>
          <p:cNvPr id="3" name="TextBox 2">
            <a:extLst>
              <a:ext uri="{FF2B5EF4-FFF2-40B4-BE49-F238E27FC236}">
                <a16:creationId xmlns:a16="http://schemas.microsoft.com/office/drawing/2014/main" id="{E066E292-8809-1736-2D76-E07772921BFF}"/>
              </a:ext>
            </a:extLst>
          </p:cNvPr>
          <p:cNvSpPr txBox="1"/>
          <p:nvPr/>
        </p:nvSpPr>
        <p:spPr>
          <a:xfrm>
            <a:off x="275168" y="2000251"/>
            <a:ext cx="5429248"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ea typeface="Roboto"/>
                <a:cs typeface="Times New Roman"/>
              </a:rPr>
              <a:t>In C programming, a loop is a mechanism and control structure that will run a specific set of code repeatedly only until a set conditional changes. Using loops will make C programs cleaner and more efficient, loops prevent the repetitive process of typing the same code again, this improves the overall understanding and readability of the program.</a:t>
            </a:r>
            <a:endParaRPr lang="en-US" dirty="0"/>
          </a:p>
        </p:txBody>
      </p:sp>
      <p:sp>
        <p:nvSpPr>
          <p:cNvPr id="4" name="TextBox 3">
            <a:extLst>
              <a:ext uri="{FF2B5EF4-FFF2-40B4-BE49-F238E27FC236}">
                <a16:creationId xmlns:a16="http://schemas.microsoft.com/office/drawing/2014/main" id="{DB75992B-36B9-B66C-6E62-686032ABB5F7}"/>
              </a:ext>
            </a:extLst>
          </p:cNvPr>
          <p:cNvSpPr txBox="1"/>
          <p:nvPr/>
        </p:nvSpPr>
        <p:spPr>
          <a:xfrm>
            <a:off x="5820832" y="1538586"/>
            <a:ext cx="281350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Rockwell"/>
              </a:rPr>
              <a:t>Purpose of Loops</a:t>
            </a:r>
          </a:p>
        </p:txBody>
      </p:sp>
    </p:spTree>
    <p:extLst>
      <p:ext uri="{BB962C8B-B14F-4D97-AF65-F5344CB8AC3E}">
        <p14:creationId xmlns:p14="http://schemas.microsoft.com/office/powerpoint/2010/main" val="4217786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972F-3209-2109-9A55-13F9CA2AEB2D}"/>
              </a:ext>
            </a:extLst>
          </p:cNvPr>
          <p:cNvSpPr>
            <a:spLocks noGrp="1"/>
          </p:cNvSpPr>
          <p:nvPr>
            <p:ph type="title"/>
          </p:nvPr>
        </p:nvSpPr>
        <p:spPr/>
        <p:txBody>
          <a:bodyPr/>
          <a:lstStyle/>
          <a:p>
            <a:r>
              <a:rPr lang="en-US">
                <a:latin typeface="Rockwell" panose="02060603020205020403" pitchFamily="18" charset="0"/>
              </a:rPr>
              <a:t>Loops : Code Example</a:t>
            </a:r>
          </a:p>
        </p:txBody>
      </p:sp>
      <p:sp>
        <p:nvSpPr>
          <p:cNvPr id="3" name="Content Placeholder 2">
            <a:extLst>
              <a:ext uri="{FF2B5EF4-FFF2-40B4-BE49-F238E27FC236}">
                <a16:creationId xmlns:a16="http://schemas.microsoft.com/office/drawing/2014/main" id="{8B7E1D93-F347-2B9D-6978-B0B7D4105007}"/>
              </a:ext>
            </a:extLst>
          </p:cNvPr>
          <p:cNvSpPr>
            <a:spLocks noGrp="1"/>
          </p:cNvSpPr>
          <p:nvPr>
            <p:ph idx="1"/>
          </p:nvPr>
        </p:nvSpPr>
        <p:spPr/>
        <p:txBody>
          <a:bodyPr vert="horz" lIns="91440" tIns="45720" rIns="91440" bIns="45720" rtlCol="0" anchor="t">
            <a:normAutofit/>
          </a:bodyPr>
          <a:lstStyle/>
          <a:p>
            <a:pPr marL="0" indent="0">
              <a:buNone/>
            </a:pPr>
            <a:r>
              <a:rPr lang="en-US" sz="1600" dirty="0">
                <a:solidFill>
                  <a:srgbClr val="C00000"/>
                </a:solidFill>
                <a:latin typeface="Times New Roman"/>
                <a:cs typeface="Times New Roman"/>
              </a:rPr>
              <a:t>#include &lt;</a:t>
            </a:r>
            <a:r>
              <a:rPr lang="en-US" sz="1600" dirty="0" err="1">
                <a:solidFill>
                  <a:srgbClr val="C00000"/>
                </a:solidFill>
                <a:latin typeface="Times New Roman"/>
                <a:cs typeface="Times New Roman"/>
              </a:rPr>
              <a:t>stdio.h</a:t>
            </a:r>
            <a:r>
              <a:rPr lang="en-US" sz="1600" dirty="0">
                <a:solidFill>
                  <a:srgbClr val="C00000"/>
                </a:solidFill>
                <a:latin typeface="Times New Roman"/>
                <a:cs typeface="Times New Roman"/>
              </a:rPr>
              <a:t>&gt;</a:t>
            </a:r>
            <a:endParaRPr lang="en-US" sz="1600" dirty="0">
              <a:solidFill>
                <a:srgbClr val="C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C00000"/>
              </a:solidFill>
              <a:latin typeface="Times New Roman" panose="02020603050405020304" pitchFamily="18" charset="0"/>
              <a:cs typeface="Times New Roman" panose="02020603050405020304" pitchFamily="18" charset="0"/>
            </a:endParaRPr>
          </a:p>
          <a:p>
            <a:pPr marL="0" indent="0">
              <a:buNone/>
            </a:pPr>
            <a:r>
              <a:rPr lang="en-US" sz="1600" dirty="0">
                <a:solidFill>
                  <a:srgbClr val="C00000"/>
                </a:solidFill>
                <a:latin typeface="Times New Roman"/>
                <a:cs typeface="Times New Roman"/>
              </a:rPr>
              <a:t>int main()   {</a:t>
            </a:r>
          </a:p>
          <a:p>
            <a:pPr marL="0" indent="0">
              <a:buNone/>
            </a:pPr>
            <a:r>
              <a:rPr lang="en-US" sz="1600" dirty="0">
                <a:solidFill>
                  <a:srgbClr val="C00000"/>
                </a:solidFill>
                <a:latin typeface="Times New Roman"/>
                <a:cs typeface="Times New Roman"/>
              </a:rPr>
              <a:t>       int scores [3] =  {20,  40,  60};                                /* data processing and declaration */</a:t>
            </a:r>
          </a:p>
          <a:p>
            <a:pPr marL="0" indent="0">
              <a:buNone/>
            </a:pPr>
            <a:endParaRPr lang="en-US" sz="1600" dirty="0">
              <a:solidFill>
                <a:srgbClr val="C00000"/>
              </a:solidFill>
              <a:latin typeface="Times New Roman"/>
              <a:cs typeface="Times New Roman"/>
            </a:endParaRPr>
          </a:p>
          <a:p>
            <a:pPr marL="0" indent="0">
              <a:buNone/>
            </a:pPr>
            <a:r>
              <a:rPr lang="en-US" sz="1600" dirty="0">
                <a:solidFill>
                  <a:srgbClr val="C00000"/>
                </a:solidFill>
                <a:latin typeface="Times New Roman"/>
                <a:cs typeface="Times New Roman"/>
              </a:rPr>
              <a:t>       for  (int  </a:t>
            </a:r>
            <a:r>
              <a:rPr lang="en-US" sz="1600" dirty="0" err="1">
                <a:solidFill>
                  <a:srgbClr val="C00000"/>
                </a:solidFill>
                <a:latin typeface="Times New Roman"/>
                <a:cs typeface="Times New Roman"/>
              </a:rPr>
              <a:t>i</a:t>
            </a:r>
            <a:r>
              <a:rPr lang="en-US" sz="1600" dirty="0">
                <a:solidFill>
                  <a:srgbClr val="C00000"/>
                </a:solidFill>
                <a:latin typeface="Times New Roman"/>
                <a:cs typeface="Times New Roman"/>
              </a:rPr>
              <a:t>  =  0;  </a:t>
            </a:r>
            <a:r>
              <a:rPr lang="en-US" sz="1600" dirty="0" err="1">
                <a:solidFill>
                  <a:srgbClr val="C00000"/>
                </a:solidFill>
                <a:latin typeface="Times New Roman"/>
                <a:cs typeface="Times New Roman"/>
              </a:rPr>
              <a:t>i</a:t>
            </a:r>
            <a:r>
              <a:rPr lang="en-US" sz="1600" dirty="0">
                <a:solidFill>
                  <a:srgbClr val="C00000"/>
                </a:solidFill>
                <a:latin typeface="Times New Roman"/>
                <a:cs typeface="Times New Roman"/>
              </a:rPr>
              <a:t>  &lt;  3;  </a:t>
            </a:r>
            <a:r>
              <a:rPr lang="en-US" sz="1600" dirty="0" err="1">
                <a:solidFill>
                  <a:srgbClr val="C00000"/>
                </a:solidFill>
                <a:latin typeface="Times New Roman"/>
                <a:cs typeface="Times New Roman"/>
              </a:rPr>
              <a:t>i</a:t>
            </a:r>
            <a:r>
              <a:rPr lang="en-US" sz="1600" dirty="0">
                <a:solidFill>
                  <a:srgbClr val="C00000"/>
                </a:solidFill>
                <a:latin typeface="Times New Roman"/>
                <a:cs typeface="Times New Roman"/>
              </a:rPr>
              <a:t>++)   {                              /* loop statement */</a:t>
            </a:r>
          </a:p>
          <a:p>
            <a:pPr marL="0" indent="0">
              <a:buNone/>
            </a:pPr>
            <a:endParaRPr lang="en-US" sz="1600" dirty="0">
              <a:solidFill>
                <a:srgbClr val="C00000"/>
              </a:solidFill>
              <a:latin typeface="Times New Roman"/>
              <a:cs typeface="Times New Roman"/>
            </a:endParaRPr>
          </a:p>
          <a:p>
            <a:pPr marL="0" indent="0">
              <a:buNone/>
            </a:pPr>
            <a:r>
              <a:rPr lang="en-US" sz="1600" dirty="0">
                <a:solidFill>
                  <a:srgbClr val="C00000"/>
                </a:solidFill>
                <a:latin typeface="Times New Roman"/>
                <a:cs typeface="Times New Roman"/>
              </a:rPr>
              <a:t>       </a:t>
            </a:r>
            <a:r>
              <a:rPr lang="en-US" sz="1600" dirty="0" err="1">
                <a:solidFill>
                  <a:srgbClr val="C00000"/>
                </a:solidFill>
                <a:latin typeface="Times New Roman"/>
                <a:cs typeface="Times New Roman"/>
              </a:rPr>
              <a:t>printf</a:t>
            </a:r>
            <a:r>
              <a:rPr lang="en-US" sz="1600" dirty="0">
                <a:solidFill>
                  <a:srgbClr val="C00000"/>
                </a:solidFill>
                <a:latin typeface="Times New Roman"/>
                <a:cs typeface="Times New Roman"/>
              </a:rPr>
              <a:t>("Number: %d\n",  scores [</a:t>
            </a:r>
            <a:r>
              <a:rPr lang="en-US" sz="1600" dirty="0" err="1">
                <a:solidFill>
                  <a:srgbClr val="C00000"/>
                </a:solidFill>
                <a:latin typeface="Times New Roman"/>
                <a:cs typeface="Times New Roman"/>
              </a:rPr>
              <a:t>i</a:t>
            </a:r>
            <a:r>
              <a:rPr lang="en-US" sz="1600" dirty="0">
                <a:solidFill>
                  <a:srgbClr val="C00000"/>
                </a:solidFill>
                <a:latin typeface="Times New Roman"/>
                <a:cs typeface="Times New Roman"/>
              </a:rPr>
              <a:t>] );                 /* prompt or output */</a:t>
            </a:r>
          </a:p>
          <a:p>
            <a:pPr marL="0" indent="0">
              <a:buNone/>
            </a:pPr>
            <a:r>
              <a:rPr lang="en-US" sz="1600" dirty="0">
                <a:solidFill>
                  <a:srgbClr val="C00000"/>
                </a:solidFill>
                <a:latin typeface="Times New Roman"/>
                <a:cs typeface="Times New Roman"/>
              </a:rPr>
              <a:t>}</a:t>
            </a:r>
          </a:p>
          <a:p>
            <a:pPr marL="0" indent="0">
              <a:buNone/>
            </a:pPr>
            <a:endParaRPr lang="en-US" sz="1600" dirty="0">
              <a:solidFill>
                <a:srgbClr val="C00000"/>
              </a:solidFill>
              <a:latin typeface="Times New Roman"/>
              <a:cs typeface="Times New Roman"/>
            </a:endParaRPr>
          </a:p>
          <a:p>
            <a:pPr marL="0" indent="0">
              <a:buNone/>
            </a:pPr>
            <a:r>
              <a:rPr lang="en-US" sz="1600" dirty="0">
                <a:solidFill>
                  <a:srgbClr val="C00000"/>
                </a:solidFill>
                <a:latin typeface="Times New Roman"/>
                <a:cs typeface="Times New Roman"/>
              </a:rPr>
              <a:t>return 0;                                                                          /*</a:t>
            </a:r>
            <a:r>
              <a:rPr lang="en-US" sz="1600" dirty="0">
                <a:solidFill>
                  <a:srgbClr val="C00000"/>
                </a:solidFill>
                <a:latin typeface="Times New Roman"/>
                <a:ea typeface="+mn-lt"/>
                <a:cs typeface="Times New Roman"/>
              </a:rPr>
              <a:t> indicate that program ended successfully */</a:t>
            </a:r>
            <a:endParaRPr lang="en-US" sz="1600" dirty="0">
              <a:solidFill>
                <a:srgbClr val="C00000"/>
              </a:solidFill>
              <a:latin typeface="Times New Roman"/>
              <a:cs typeface="Times New Roman"/>
            </a:endParaRPr>
          </a:p>
          <a:p>
            <a:pPr marL="0" indent="0">
              <a:buNone/>
            </a:pPr>
            <a:r>
              <a:rPr lang="en-US" sz="1600" dirty="0">
                <a:solidFill>
                  <a:srgbClr val="C00000"/>
                </a:solidFill>
                <a:latin typeface="Times New Roman"/>
                <a:cs typeface="Times New Roman"/>
              </a:rPr>
              <a:t>}</a:t>
            </a:r>
          </a:p>
        </p:txBody>
      </p:sp>
    </p:spTree>
    <p:extLst>
      <p:ext uri="{BB962C8B-B14F-4D97-AF65-F5344CB8AC3E}">
        <p14:creationId xmlns:p14="http://schemas.microsoft.com/office/powerpoint/2010/main" val="2352454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A00E-C25A-9797-AD96-9E16E741123C}"/>
              </a:ext>
            </a:extLst>
          </p:cNvPr>
          <p:cNvSpPr>
            <a:spLocks noGrp="1"/>
          </p:cNvSpPr>
          <p:nvPr>
            <p:ph type="title"/>
          </p:nvPr>
        </p:nvSpPr>
        <p:spPr>
          <a:xfrm>
            <a:off x="838200" y="365125"/>
            <a:ext cx="10473267" cy="764647"/>
          </a:xfrm>
        </p:spPr>
        <p:txBody>
          <a:bodyPr/>
          <a:lstStyle/>
          <a:p>
            <a:r>
              <a:rPr lang="en-US">
                <a:latin typeface="Rockwell" panose="02060603020205020403" pitchFamily="18" charset="0"/>
              </a:rPr>
              <a:t>Input</a:t>
            </a:r>
          </a:p>
        </p:txBody>
      </p:sp>
      <p:sp>
        <p:nvSpPr>
          <p:cNvPr id="7" name="TextBox 6">
            <a:extLst>
              <a:ext uri="{FF2B5EF4-FFF2-40B4-BE49-F238E27FC236}">
                <a16:creationId xmlns:a16="http://schemas.microsoft.com/office/drawing/2014/main" id="{EF3C9FA6-755E-EE1B-27C6-D65FCDBFA9B6}"/>
              </a:ext>
            </a:extLst>
          </p:cNvPr>
          <p:cNvSpPr txBox="1"/>
          <p:nvPr/>
        </p:nvSpPr>
        <p:spPr>
          <a:xfrm>
            <a:off x="338667" y="3300406"/>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0" dirty="0" err="1">
                <a:latin typeface="Times New Roman"/>
                <a:ea typeface="roboto"/>
                <a:cs typeface="Times New Roman"/>
              </a:rPr>
              <a:t>scanf</a:t>
            </a:r>
            <a:r>
              <a:rPr lang="en-US" sz="2000" i="0" dirty="0">
                <a:latin typeface="Times New Roman"/>
                <a:ea typeface="roboto"/>
                <a:cs typeface="Times New Roman"/>
              </a:rPr>
              <a:t>() - Reads formatted input from the standard input (keyboard) and stores it in variables.</a:t>
            </a:r>
            <a:endParaRPr lang="en-US" sz="2000" b="1" i="0" dirty="0">
              <a:latin typeface="Times New Roman"/>
              <a:ea typeface="roboto"/>
              <a:cs typeface="Times New Roman"/>
            </a:endParaRPr>
          </a:p>
        </p:txBody>
      </p:sp>
      <p:sp>
        <p:nvSpPr>
          <p:cNvPr id="3" name="TextBox 2">
            <a:extLst>
              <a:ext uri="{FF2B5EF4-FFF2-40B4-BE49-F238E27FC236}">
                <a16:creationId xmlns:a16="http://schemas.microsoft.com/office/drawing/2014/main" id="{47EEC9FA-876A-6432-8EC2-4CA92ED18E71}"/>
              </a:ext>
            </a:extLst>
          </p:cNvPr>
          <p:cNvSpPr txBox="1"/>
          <p:nvPr/>
        </p:nvSpPr>
        <p:spPr>
          <a:xfrm>
            <a:off x="6392334" y="1593061"/>
            <a:ext cx="5185318"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ea typeface="roboto"/>
                <a:cs typeface="Times New Roman"/>
              </a:rPr>
              <a:t>There are some key point in usefulness of formatted input, in no certain order. Type safety, this ensures that conversion from input to the necessary data type is automatic. Next, is efficiency, with formatted input you can read multiple values at once without writing complex parsing logic, eliminating confusion making the program readable. Thirdly, there is validation, there is a feedback loop with the return value of </a:t>
            </a:r>
            <a:r>
              <a:rPr lang="en-US" sz="2000" dirty="0" err="1">
                <a:latin typeface="Times New Roman"/>
                <a:ea typeface="roboto"/>
                <a:cs typeface="Times New Roman"/>
              </a:rPr>
              <a:t>scanf</a:t>
            </a:r>
            <a:r>
              <a:rPr lang="en-US" sz="2000" dirty="0">
                <a:latin typeface="Times New Roman"/>
                <a:ea typeface="roboto"/>
                <a:cs typeface="Times New Roman"/>
              </a:rPr>
              <a:t>(), which indicates how many variables have been successfully assigned and matched.</a:t>
            </a:r>
          </a:p>
          <a:p>
            <a:r>
              <a:rPr lang="en-US" sz="2000" dirty="0">
                <a:latin typeface="Times New Roman"/>
                <a:ea typeface="roboto"/>
                <a:cs typeface="Times New Roman"/>
              </a:rPr>
              <a:t>Lastly, user interaction, provides a natural way to interact with users by reading structured data directly from input.</a:t>
            </a:r>
          </a:p>
        </p:txBody>
      </p:sp>
      <p:sp>
        <p:nvSpPr>
          <p:cNvPr id="6" name="TextBox 5">
            <a:extLst>
              <a:ext uri="{FF2B5EF4-FFF2-40B4-BE49-F238E27FC236}">
                <a16:creationId xmlns:a16="http://schemas.microsoft.com/office/drawing/2014/main" id="{9FE31071-06ED-539B-E563-C318A1672043}"/>
              </a:ext>
            </a:extLst>
          </p:cNvPr>
          <p:cNvSpPr txBox="1"/>
          <p:nvPr/>
        </p:nvSpPr>
        <p:spPr>
          <a:xfrm>
            <a:off x="6392334" y="1118306"/>
            <a:ext cx="49052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dirty="0">
                <a:latin typeface="Rockwell"/>
              </a:rPr>
              <a:t>Usefulness of Formatted Input</a:t>
            </a:r>
            <a:r>
              <a:rPr sz="1800" dirty="0">
                <a:latin typeface="Rockwell"/>
                <a:ea typeface="Times New Roman"/>
                <a:cs typeface="Times New Roman"/>
              </a:rPr>
              <a:t>​</a:t>
            </a:r>
            <a:endParaRPr lang="en-US" dirty="0">
              <a:latin typeface="Rockwell"/>
            </a:endParaRPr>
          </a:p>
        </p:txBody>
      </p:sp>
      <p:sp>
        <p:nvSpPr>
          <p:cNvPr id="8" name="TextBox 7">
            <a:extLst>
              <a:ext uri="{FF2B5EF4-FFF2-40B4-BE49-F238E27FC236}">
                <a16:creationId xmlns:a16="http://schemas.microsoft.com/office/drawing/2014/main" id="{73059056-36BB-E86C-BC5D-427094E6D87E}"/>
              </a:ext>
            </a:extLst>
          </p:cNvPr>
          <p:cNvSpPr txBox="1"/>
          <p:nvPr/>
        </p:nvSpPr>
        <p:spPr>
          <a:xfrm>
            <a:off x="296336" y="1593061"/>
            <a:ext cx="609599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cs typeface="Times New Roman"/>
              </a:rPr>
              <a:t>Formatted input in C programming is how programs read data from a user or other sources and interprets and organizes the input into a specified format. By using specific codes, the program recognizes what the incoming text is, for example a decimal or word.</a:t>
            </a:r>
          </a:p>
        </p:txBody>
      </p:sp>
      <p:sp>
        <p:nvSpPr>
          <p:cNvPr id="10" name="TextBox 9">
            <a:extLst>
              <a:ext uri="{FF2B5EF4-FFF2-40B4-BE49-F238E27FC236}">
                <a16:creationId xmlns:a16="http://schemas.microsoft.com/office/drawing/2014/main" id="{17662EF7-30B5-4D87-B01D-53441723C6F5}"/>
              </a:ext>
            </a:extLst>
          </p:cNvPr>
          <p:cNvSpPr txBox="1"/>
          <p:nvPr/>
        </p:nvSpPr>
        <p:spPr>
          <a:xfrm>
            <a:off x="338667" y="4084421"/>
            <a:ext cx="601133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cs typeface="Times New Roman"/>
              </a:rPr>
              <a:t>Formatted input makes reading data from user input or data from files much faster, cleaner, clearer, and more efficient. The simplification of handling different types of information is crucial in data processing in programs.</a:t>
            </a:r>
          </a:p>
        </p:txBody>
      </p:sp>
    </p:spTree>
    <p:extLst>
      <p:ext uri="{BB962C8B-B14F-4D97-AF65-F5344CB8AC3E}">
        <p14:creationId xmlns:p14="http://schemas.microsoft.com/office/powerpoint/2010/main" val="996578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5E34-20A0-CE0E-8AE5-6EDE5FB95BD7}"/>
              </a:ext>
            </a:extLst>
          </p:cNvPr>
          <p:cNvSpPr>
            <a:spLocks noGrp="1"/>
          </p:cNvSpPr>
          <p:nvPr>
            <p:ph type="title"/>
          </p:nvPr>
        </p:nvSpPr>
        <p:spPr>
          <a:xfrm>
            <a:off x="838200" y="365125"/>
            <a:ext cx="10515600" cy="859895"/>
          </a:xfrm>
        </p:spPr>
        <p:txBody>
          <a:bodyPr>
            <a:normAutofit/>
          </a:bodyPr>
          <a:lstStyle/>
          <a:p>
            <a:r>
              <a:rPr lang="en-US" dirty="0">
                <a:latin typeface="Rockwell" panose="02060603020205020403" pitchFamily="18" charset="0"/>
              </a:rPr>
              <a:t>Output</a:t>
            </a:r>
          </a:p>
        </p:txBody>
      </p:sp>
      <p:sp>
        <p:nvSpPr>
          <p:cNvPr id="5" name="TextBox 4">
            <a:extLst>
              <a:ext uri="{FF2B5EF4-FFF2-40B4-BE49-F238E27FC236}">
                <a16:creationId xmlns:a16="http://schemas.microsoft.com/office/drawing/2014/main" id="{11B4B037-716D-AAC7-C505-AF71872BB459}"/>
              </a:ext>
            </a:extLst>
          </p:cNvPr>
          <p:cNvSpPr txBox="1"/>
          <p:nvPr/>
        </p:nvSpPr>
        <p:spPr>
          <a:xfrm>
            <a:off x="235129" y="1396872"/>
            <a:ext cx="5109456"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ea typeface="roboto"/>
                <a:cs typeface="Times New Roman"/>
              </a:rPr>
              <a:t>In C, formatted output refers to displaying any data sent from a program to a display in a controlled, structured way by using functions for example </a:t>
            </a:r>
            <a:r>
              <a:rPr lang="en-US" sz="2000" dirty="0" err="1">
                <a:latin typeface="Times New Roman"/>
                <a:ea typeface="roboto"/>
                <a:cs typeface="Times New Roman"/>
              </a:rPr>
              <a:t>printf</a:t>
            </a:r>
            <a:r>
              <a:rPr lang="en-US" sz="2000" dirty="0">
                <a:latin typeface="Times New Roman"/>
                <a:ea typeface="roboto"/>
                <a:cs typeface="Times New Roman"/>
              </a:rPr>
              <a:t> and </a:t>
            </a:r>
            <a:r>
              <a:rPr lang="en-US" sz="2000" dirty="0" err="1">
                <a:latin typeface="Times New Roman"/>
                <a:cs typeface="Times New Roman"/>
              </a:rPr>
              <a:t>sprintf</a:t>
            </a:r>
            <a:r>
              <a:rPr lang="en-US" sz="2000" dirty="0">
                <a:latin typeface="Times New Roman"/>
                <a:ea typeface="roboto"/>
                <a:cs typeface="Times New Roman"/>
              </a:rPr>
              <a:t>. </a:t>
            </a:r>
            <a:r>
              <a:rPr lang="en-US" sz="2000" dirty="0" err="1">
                <a:latin typeface="Times New Roman"/>
                <a:ea typeface="roboto"/>
                <a:cs typeface="Times New Roman"/>
              </a:rPr>
              <a:t>Printf</a:t>
            </a:r>
            <a:r>
              <a:rPr lang="en-US" sz="2000" dirty="0">
                <a:latin typeface="Times New Roman"/>
                <a:ea typeface="roboto"/>
                <a:cs typeface="Times New Roman"/>
              </a:rPr>
              <a:t> and </a:t>
            </a:r>
            <a:r>
              <a:rPr lang="en-US" sz="2000" dirty="0" err="1">
                <a:latin typeface="Times New Roman"/>
                <a:ea typeface="roboto"/>
                <a:cs typeface="Times New Roman"/>
              </a:rPr>
              <a:t>sprintf</a:t>
            </a:r>
            <a:r>
              <a:rPr lang="en-US" sz="2000" dirty="0">
                <a:latin typeface="Times New Roman"/>
                <a:ea typeface="roboto"/>
                <a:cs typeface="Times New Roman"/>
              </a:rPr>
              <a:t> showcase formatted data onto your screen but it can also be other destinations like a file, a network stream, or a memory buffer. This is useful for aligning numbers, controlling decimal places, padding text, and making output more readable.</a:t>
            </a:r>
            <a:endParaRPr lang="en-US" sz="2000" dirty="0">
              <a:latin typeface="Times New Roman"/>
              <a:cs typeface="Times New Roman"/>
            </a:endParaRPr>
          </a:p>
        </p:txBody>
      </p:sp>
      <p:sp>
        <p:nvSpPr>
          <p:cNvPr id="6" name="TextBox 5">
            <a:extLst>
              <a:ext uri="{FF2B5EF4-FFF2-40B4-BE49-F238E27FC236}">
                <a16:creationId xmlns:a16="http://schemas.microsoft.com/office/drawing/2014/main" id="{9B14CE08-B083-A5F5-B03B-A9069A634A76}"/>
              </a:ext>
            </a:extLst>
          </p:cNvPr>
          <p:cNvSpPr txBox="1"/>
          <p:nvPr/>
        </p:nvSpPr>
        <p:spPr>
          <a:xfrm>
            <a:off x="235129" y="4613137"/>
            <a:ext cx="535516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0" dirty="0" err="1">
                <a:latin typeface="Times New Roman"/>
                <a:ea typeface="roboto"/>
                <a:cs typeface="Times New Roman"/>
              </a:rPr>
              <a:t>printf</a:t>
            </a:r>
            <a:r>
              <a:rPr lang="en-US" sz="2000" i="0" dirty="0">
                <a:latin typeface="Times New Roman"/>
                <a:ea typeface="roboto"/>
                <a:cs typeface="Times New Roman"/>
              </a:rPr>
              <a:t>() – Prints formatted output to the console.</a:t>
            </a:r>
            <a:endParaRPr lang="en-US" sz="2000" dirty="0">
              <a:latin typeface="Times New Roman"/>
              <a:cs typeface="Times New Roman"/>
            </a:endParaRPr>
          </a:p>
          <a:p>
            <a:endParaRPr lang="en-US" sz="2000" dirty="0">
              <a:latin typeface="Times New Roman"/>
              <a:ea typeface="roboto"/>
              <a:cs typeface="Times New Roman"/>
            </a:endParaRPr>
          </a:p>
          <a:p>
            <a:r>
              <a:rPr lang="en-US" sz="2000" i="0" dirty="0" err="1">
                <a:latin typeface="Times New Roman"/>
                <a:ea typeface="roboto"/>
                <a:cs typeface="Times New Roman"/>
              </a:rPr>
              <a:t>sprintf</a:t>
            </a:r>
            <a:r>
              <a:rPr lang="en-US" sz="2000" i="0" dirty="0">
                <a:latin typeface="Times New Roman"/>
                <a:ea typeface="roboto"/>
                <a:cs typeface="Times New Roman"/>
              </a:rPr>
              <a:t>() – Prints formatted output into a character array (string) instead of the console.</a:t>
            </a:r>
          </a:p>
          <a:p>
            <a:endParaRPr lang="en-US" sz="2000" dirty="0">
              <a:latin typeface="Times New Roman"/>
              <a:ea typeface="roboto"/>
              <a:cs typeface="Times New Roman"/>
            </a:endParaRPr>
          </a:p>
          <a:p>
            <a:r>
              <a:rPr lang="en-US" sz="2000" i="0" dirty="0" err="1">
                <a:latin typeface="Times New Roman"/>
                <a:ea typeface="roboto"/>
                <a:cs typeface="Times New Roman"/>
              </a:rPr>
              <a:t>scanf</a:t>
            </a:r>
            <a:r>
              <a:rPr lang="en-US" sz="2000" i="0" dirty="0">
                <a:latin typeface="Times New Roman"/>
                <a:ea typeface="roboto"/>
                <a:cs typeface="Times New Roman"/>
              </a:rPr>
              <a:t>() – Reads formatted input from the user</a:t>
            </a:r>
          </a:p>
        </p:txBody>
      </p:sp>
      <p:sp>
        <p:nvSpPr>
          <p:cNvPr id="9" name="TextBox 8">
            <a:extLst>
              <a:ext uri="{FF2B5EF4-FFF2-40B4-BE49-F238E27FC236}">
                <a16:creationId xmlns:a16="http://schemas.microsoft.com/office/drawing/2014/main" id="{1D603AD6-A86A-EFE0-A13D-1B6007937835}"/>
              </a:ext>
            </a:extLst>
          </p:cNvPr>
          <p:cNvSpPr txBox="1"/>
          <p:nvPr/>
        </p:nvSpPr>
        <p:spPr>
          <a:xfrm>
            <a:off x="5767917" y="1396872"/>
            <a:ext cx="6424083"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0" dirty="0">
                <a:latin typeface="Times New Roman" panose="02020603050405020304" pitchFamily="18" charset="0"/>
                <a:ea typeface="roboto"/>
                <a:cs typeface="Times New Roman" panose="02020603050405020304" pitchFamily="18" charset="0"/>
              </a:rPr>
              <a:t>Formatted output is essential in C programming because </a:t>
            </a:r>
            <a:r>
              <a:rPr lang="en-US" sz="2000" dirty="0">
                <a:latin typeface="Times New Roman" panose="02020603050405020304" pitchFamily="18" charset="0"/>
                <a:ea typeface="roboto"/>
                <a:cs typeface="Times New Roman" panose="02020603050405020304" pitchFamily="18" charset="0"/>
              </a:rPr>
              <a:t>of four main components. Improving readability by aligned and padding data for better. Ensuring type safety </a:t>
            </a:r>
            <a:r>
              <a:rPr lang="en-US" sz="2000" dirty="0">
                <a:latin typeface="Times New Roman"/>
                <a:ea typeface="roboto"/>
                <a:cs typeface="Times New Roman"/>
              </a:rPr>
              <a:t>that conversion from input to the necessary output or data type is automatic.</a:t>
            </a:r>
            <a:endParaRPr lang="en-US" sz="2000" dirty="0">
              <a:latin typeface="Times New Roman" panose="02020603050405020304" pitchFamily="18" charset="0"/>
              <a:ea typeface="roboto"/>
              <a:cs typeface="Times New Roman" panose="02020603050405020304" pitchFamily="18" charset="0"/>
            </a:endParaRPr>
          </a:p>
          <a:p>
            <a:r>
              <a:rPr lang="en-US" sz="2000" i="0" dirty="0">
                <a:latin typeface="Times New Roman" panose="02020603050405020304" pitchFamily="18" charset="0"/>
                <a:ea typeface="roboto"/>
                <a:cs typeface="Times New Roman" panose="02020603050405020304" pitchFamily="18" charset="0"/>
              </a:rPr>
              <a:t>Controlling lay</a:t>
            </a:r>
            <a:r>
              <a:rPr lang="en-US" sz="2000" dirty="0">
                <a:latin typeface="Times New Roman" panose="02020603050405020304" pitchFamily="18" charset="0"/>
                <a:ea typeface="roboto"/>
                <a:cs typeface="Times New Roman" panose="02020603050405020304" pitchFamily="18" charset="0"/>
              </a:rPr>
              <a:t>outs for displaying information for example for reports, logs, and user interfaces also commonly assumed as the destination terminal. This control of output simplifies debugging by displaying values in a consistent, predictable format.</a:t>
            </a:r>
            <a:r>
              <a:rPr lang="en-US" sz="2000" i="0" dirty="0">
                <a:latin typeface="Times New Roman" panose="02020603050405020304" pitchFamily="18" charset="0"/>
                <a:ea typeface="roboto"/>
                <a:cs typeface="Times New Roman" panose="02020603050405020304" pitchFamily="18" charset="0"/>
              </a:rPr>
              <a:t> Formatted output is a support system for user interaction by formatting prompts and responses.</a:t>
            </a:r>
          </a:p>
        </p:txBody>
      </p:sp>
      <p:sp>
        <p:nvSpPr>
          <p:cNvPr id="10" name="TextBox 9">
            <a:extLst>
              <a:ext uri="{FF2B5EF4-FFF2-40B4-BE49-F238E27FC236}">
                <a16:creationId xmlns:a16="http://schemas.microsoft.com/office/drawing/2014/main" id="{7EA695E0-0324-36D9-362D-26A6845FD331}"/>
              </a:ext>
            </a:extLst>
          </p:cNvPr>
          <p:cNvSpPr txBox="1"/>
          <p:nvPr/>
        </p:nvSpPr>
        <p:spPr>
          <a:xfrm>
            <a:off x="5767917" y="5107185"/>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ea typeface="roboto"/>
                <a:cs typeface="Times New Roman"/>
              </a:rPr>
              <a:t>In short, formatted output in C is a powerful feature that turns data into displayable and readable information. </a:t>
            </a:r>
          </a:p>
        </p:txBody>
      </p:sp>
      <p:sp>
        <p:nvSpPr>
          <p:cNvPr id="8" name="TextBox 7">
            <a:extLst>
              <a:ext uri="{FF2B5EF4-FFF2-40B4-BE49-F238E27FC236}">
                <a16:creationId xmlns:a16="http://schemas.microsoft.com/office/drawing/2014/main" id="{CD243A55-C95B-936C-5AC6-75344EFCADC5}"/>
              </a:ext>
            </a:extLst>
          </p:cNvPr>
          <p:cNvSpPr txBox="1"/>
          <p:nvPr/>
        </p:nvSpPr>
        <p:spPr>
          <a:xfrm>
            <a:off x="5767917" y="996762"/>
            <a:ext cx="393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aseline="0" dirty="0">
                <a:latin typeface="Rockwell"/>
              </a:rPr>
              <a:t>Usefulness</a:t>
            </a:r>
            <a:r>
              <a:rPr sz="2000" dirty="0">
                <a:latin typeface="Rockwell"/>
                <a:ea typeface="Times New Roman"/>
                <a:cs typeface="Times New Roman"/>
              </a:rPr>
              <a:t>​</a:t>
            </a:r>
            <a:r>
              <a:rPr lang="en-US" sz="2000" dirty="0">
                <a:latin typeface="Rockwell"/>
                <a:ea typeface="Times New Roman"/>
                <a:cs typeface="Times New Roman"/>
              </a:rPr>
              <a:t> of Formatted Output</a:t>
            </a:r>
            <a:endParaRPr lang="en-US" sz="2000" dirty="0">
              <a:latin typeface="Rockwell"/>
            </a:endParaRPr>
          </a:p>
        </p:txBody>
      </p:sp>
    </p:spTree>
    <p:extLst>
      <p:ext uri="{BB962C8B-B14F-4D97-AF65-F5344CB8AC3E}">
        <p14:creationId xmlns:p14="http://schemas.microsoft.com/office/powerpoint/2010/main" val="932692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D1217-180A-E5CB-7692-A8ED2CB3A5D4}"/>
              </a:ext>
            </a:extLst>
          </p:cNvPr>
          <p:cNvSpPr>
            <a:spLocks noGrp="1"/>
          </p:cNvSpPr>
          <p:nvPr>
            <p:ph type="title"/>
          </p:nvPr>
        </p:nvSpPr>
        <p:spPr>
          <a:xfrm>
            <a:off x="838200" y="365126"/>
            <a:ext cx="10515600" cy="549274"/>
          </a:xfrm>
        </p:spPr>
        <p:txBody>
          <a:bodyPr>
            <a:normAutofit fontScale="90000"/>
          </a:bodyPr>
          <a:lstStyle/>
          <a:p>
            <a:r>
              <a:rPr lang="en-US" dirty="0" err="1">
                <a:latin typeface="Rockwell" panose="02060603020205020403" pitchFamily="18" charset="0"/>
              </a:rPr>
              <a:t>Printf</a:t>
            </a:r>
            <a:endParaRPr lang="en-US" dirty="0">
              <a:latin typeface="Rockwell" panose="02060603020205020403" pitchFamily="18" charset="0"/>
            </a:endParaRPr>
          </a:p>
        </p:txBody>
      </p:sp>
      <p:sp>
        <p:nvSpPr>
          <p:cNvPr id="5" name="TextBox 4">
            <a:extLst>
              <a:ext uri="{FF2B5EF4-FFF2-40B4-BE49-F238E27FC236}">
                <a16:creationId xmlns:a16="http://schemas.microsoft.com/office/drawing/2014/main" id="{454010F8-C953-1739-1149-B80B70C95A72}"/>
              </a:ext>
            </a:extLst>
          </p:cNvPr>
          <p:cNvSpPr txBox="1"/>
          <p:nvPr/>
        </p:nvSpPr>
        <p:spPr>
          <a:xfrm>
            <a:off x="210740" y="2350753"/>
            <a:ext cx="6914790" cy="2554545"/>
          </a:xfrm>
          <a:prstGeom prst="rect">
            <a:avLst/>
          </a:prstGeom>
          <a:noFill/>
        </p:spPr>
        <p:txBody>
          <a:bodyPr wrap="square" lIns="91440" tIns="45720" rIns="91440" bIns="45720" rtlCol="0" anchor="t">
            <a:spAutoFit/>
          </a:bodyPr>
          <a:lstStyle/>
          <a:p>
            <a:r>
              <a:rPr lang="en-US" sz="2000" dirty="0">
                <a:latin typeface="Times New Roman" panose="02020603050405020304" pitchFamily="18" charset="0"/>
                <a:cs typeface="Times New Roman" panose="02020603050405020304" pitchFamily="18" charset="0"/>
              </a:rPr>
              <a:t>It will be difficult to code any program if you are unable to print and display output. </a:t>
            </a:r>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 sends output to standard out, which for now we can think of as the terminal screen. General syntax for </a:t>
            </a:r>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 function: format descriptor, var1, var2, …); The format descriptors for </a:t>
            </a:r>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 are composed of ordinary characters. Conversion specification is technically what </a:t>
            </a:r>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 does when it directly copies into output that’s readable. As well as each conversion specification will always begin with (%)</a:t>
            </a:r>
          </a:p>
        </p:txBody>
      </p:sp>
      <p:sp>
        <p:nvSpPr>
          <p:cNvPr id="6" name="TextBox 5">
            <a:extLst>
              <a:ext uri="{FF2B5EF4-FFF2-40B4-BE49-F238E27FC236}">
                <a16:creationId xmlns:a16="http://schemas.microsoft.com/office/drawing/2014/main" id="{FCE4F7D8-AD7C-BB0F-D29A-C15A9426CDDF}"/>
              </a:ext>
            </a:extLst>
          </p:cNvPr>
          <p:cNvSpPr txBox="1"/>
          <p:nvPr/>
        </p:nvSpPr>
        <p:spPr>
          <a:xfrm>
            <a:off x="210740" y="906356"/>
            <a:ext cx="643566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The printf function in C is a standard library function located and declared in &lt;</a:t>
            </a:r>
            <a:r>
              <a:rPr lang="en-US" sz="2000" dirty="0" err="1">
                <a:latin typeface="Times New Roman" panose="02020603050405020304" pitchFamily="18" charset="0"/>
                <a:cs typeface="Times New Roman" panose="02020603050405020304" pitchFamily="18" charset="0"/>
              </a:rPr>
              <a:t>stdio.h</a:t>
            </a:r>
            <a:r>
              <a:rPr lang="en-US" sz="2000" dirty="0">
                <a:latin typeface="Times New Roman" panose="02020603050405020304" pitchFamily="18" charset="0"/>
                <a:cs typeface="Times New Roman" panose="02020603050405020304" pitchFamily="18" charset="0"/>
              </a:rPr>
              <a:t>&gt;. It is a key tool in C that outputs formatted text to the standard output which is commonly the console screen.</a:t>
            </a:r>
          </a:p>
        </p:txBody>
      </p:sp>
      <p:sp>
        <p:nvSpPr>
          <p:cNvPr id="7" name="TextBox 6">
            <a:extLst>
              <a:ext uri="{FF2B5EF4-FFF2-40B4-BE49-F238E27FC236}">
                <a16:creationId xmlns:a16="http://schemas.microsoft.com/office/drawing/2014/main" id="{3CD8FD71-24CF-2AD9-8C39-82DBA73DE1E8}"/>
              </a:ext>
            </a:extLst>
          </p:cNvPr>
          <p:cNvSpPr txBox="1"/>
          <p:nvPr/>
        </p:nvSpPr>
        <p:spPr>
          <a:xfrm>
            <a:off x="560054" y="5131824"/>
            <a:ext cx="670049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In summary the printf is a versatile C function for producing formatted output, with format specifiers and formatting flags is key to producing clean, aligned, and readable console output.</a:t>
            </a:r>
          </a:p>
        </p:txBody>
      </p:sp>
      <p:sp>
        <p:nvSpPr>
          <p:cNvPr id="8" name="TextBox 7">
            <a:extLst>
              <a:ext uri="{FF2B5EF4-FFF2-40B4-BE49-F238E27FC236}">
                <a16:creationId xmlns:a16="http://schemas.microsoft.com/office/drawing/2014/main" id="{1CBDD781-B660-F31B-8F67-5E971F34A105}"/>
              </a:ext>
            </a:extLst>
          </p:cNvPr>
          <p:cNvSpPr txBox="1"/>
          <p:nvPr/>
        </p:nvSpPr>
        <p:spPr>
          <a:xfrm>
            <a:off x="6942732" y="1543213"/>
            <a:ext cx="541218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panose="02020603050405020304" pitchFamily="18" charset="0"/>
                <a:cs typeface="Times New Roman" panose="02020603050405020304" pitchFamily="18" charset="0"/>
              </a:rPr>
              <a:t>Format string: A string containing text and format specifiers(starting with %) that act as placeholders for values.</a:t>
            </a:r>
          </a:p>
          <a:p>
            <a:r>
              <a:rPr lang="en-US" sz="1600" dirty="0">
                <a:latin typeface="Times New Roman" panose="02020603050405020304" pitchFamily="18" charset="0"/>
                <a:cs typeface="Times New Roman" panose="02020603050405020304" pitchFamily="18" charset="0"/>
              </a:rPr>
              <a:t>Argument: Values to substitute into the format specifiers.</a:t>
            </a:r>
          </a:p>
        </p:txBody>
      </p:sp>
      <p:sp>
        <p:nvSpPr>
          <p:cNvPr id="10" name="TextBox 9">
            <a:extLst>
              <a:ext uri="{FF2B5EF4-FFF2-40B4-BE49-F238E27FC236}">
                <a16:creationId xmlns:a16="http://schemas.microsoft.com/office/drawing/2014/main" id="{78E19F4E-D4AC-38ED-A486-808EC82B64D2}"/>
              </a:ext>
            </a:extLst>
          </p:cNvPr>
          <p:cNvSpPr txBox="1"/>
          <p:nvPr/>
        </p:nvSpPr>
        <p:spPr>
          <a:xfrm>
            <a:off x="7260549" y="2665707"/>
            <a:ext cx="477655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Common Format Specifiers </a:t>
            </a:r>
          </a:p>
          <a:p>
            <a:r>
              <a:rPr lang="en-US" dirty="0">
                <a:latin typeface="Times New Roman" panose="02020603050405020304" pitchFamily="18" charset="0"/>
                <a:cs typeface="Times New Roman" panose="02020603050405020304" pitchFamily="18" charset="0"/>
              </a:rPr>
              <a:t>-%d or %I – signed integer</a:t>
            </a:r>
          </a:p>
          <a:p>
            <a:r>
              <a:rPr lang="en-US" dirty="0">
                <a:latin typeface="Times New Roman" panose="02020603050405020304" pitchFamily="18" charset="0"/>
                <a:cs typeface="Times New Roman" panose="02020603050405020304" pitchFamily="18" charset="0"/>
              </a:rPr>
              <a:t>-%u – unsigned integer</a:t>
            </a:r>
          </a:p>
          <a:p>
            <a:r>
              <a:rPr lang="en-US" dirty="0">
                <a:latin typeface="Times New Roman" panose="02020603050405020304" pitchFamily="18" charset="0"/>
                <a:cs typeface="Times New Roman" panose="02020603050405020304" pitchFamily="18" charset="0"/>
              </a:rPr>
              <a:t>-%f – floating point(default format)</a:t>
            </a:r>
          </a:p>
          <a:p>
            <a:r>
              <a:rPr lang="en-US" dirty="0">
                <a:latin typeface="Times New Roman" panose="02020603050405020304" pitchFamily="18" charset="0"/>
                <a:cs typeface="Times New Roman" panose="02020603050405020304" pitchFamily="18" charset="0"/>
              </a:rPr>
              <a:t>-%e or %E – scientific notation</a:t>
            </a:r>
          </a:p>
          <a:p>
            <a:r>
              <a:rPr lang="en-US" dirty="0">
                <a:latin typeface="Times New Roman" panose="02020603050405020304" pitchFamily="18" charset="0"/>
                <a:cs typeface="Times New Roman" panose="02020603050405020304" pitchFamily="18" charset="0"/>
              </a:rPr>
              <a:t>-%g or %G – shorter format (fixed or scientific)</a:t>
            </a:r>
          </a:p>
          <a:p>
            <a:r>
              <a:rPr lang="en-US" dirty="0">
                <a:latin typeface="Times New Roman" panose="02020603050405020304" pitchFamily="18" charset="0"/>
                <a:cs typeface="Times New Roman" panose="02020603050405020304" pitchFamily="18" charset="0"/>
              </a:rPr>
              <a:t>-%c – single character</a:t>
            </a:r>
          </a:p>
          <a:p>
            <a:r>
              <a:rPr lang="en-US" dirty="0">
                <a:latin typeface="Times New Roman" panose="02020603050405020304" pitchFamily="18" charset="0"/>
                <a:cs typeface="Times New Roman" panose="02020603050405020304" pitchFamily="18" charset="0"/>
              </a:rPr>
              <a:t>-%s – string</a:t>
            </a:r>
          </a:p>
          <a:p>
            <a:r>
              <a:rPr lang="en-US" dirty="0">
                <a:latin typeface="Times New Roman" panose="02020603050405020304" pitchFamily="18" charset="0"/>
                <a:cs typeface="Times New Roman" panose="02020603050405020304" pitchFamily="18" charset="0"/>
              </a:rPr>
              <a:t>-%p – pointer address</a:t>
            </a:r>
          </a:p>
          <a:p>
            <a:r>
              <a:rPr lang="en-US" dirty="0">
                <a:latin typeface="Times New Roman" panose="02020603050405020304" pitchFamily="18" charset="0"/>
                <a:cs typeface="Times New Roman" panose="02020603050405020304" pitchFamily="18" charset="0"/>
              </a:rPr>
              <a:t>-%% - literal % character</a:t>
            </a:r>
          </a:p>
        </p:txBody>
      </p:sp>
      <p:sp>
        <p:nvSpPr>
          <p:cNvPr id="3" name="TextBox 2">
            <a:extLst>
              <a:ext uri="{FF2B5EF4-FFF2-40B4-BE49-F238E27FC236}">
                <a16:creationId xmlns:a16="http://schemas.microsoft.com/office/drawing/2014/main" id="{3823A5C3-F1D6-A0ED-72C6-55EEFC509BDA}"/>
              </a:ext>
            </a:extLst>
          </p:cNvPr>
          <p:cNvSpPr txBox="1"/>
          <p:nvPr/>
        </p:nvSpPr>
        <p:spPr>
          <a:xfrm>
            <a:off x="7125530" y="1077312"/>
            <a:ext cx="4720711" cy="461665"/>
          </a:xfrm>
          <a:prstGeom prst="rect">
            <a:avLst/>
          </a:prstGeom>
          <a:noFill/>
        </p:spPr>
        <p:txBody>
          <a:bodyPr wrap="square" rtlCol="0">
            <a:spAutoFit/>
          </a:bodyPr>
          <a:lstStyle/>
          <a:p>
            <a:r>
              <a:rPr lang="en-US" sz="2400" dirty="0">
                <a:latin typeface="Rockwell" panose="02060603020205020403" pitchFamily="18" charset="0"/>
              </a:rPr>
              <a:t>Formatting</a:t>
            </a:r>
          </a:p>
        </p:txBody>
      </p:sp>
    </p:spTree>
    <p:extLst>
      <p:ext uri="{BB962C8B-B14F-4D97-AF65-F5344CB8AC3E}">
        <p14:creationId xmlns:p14="http://schemas.microsoft.com/office/powerpoint/2010/main" val="1209352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C345F-BCD1-A5A6-5420-D97622FDB886}"/>
              </a:ext>
            </a:extLst>
          </p:cNvPr>
          <p:cNvSpPr>
            <a:spLocks noGrp="1"/>
          </p:cNvSpPr>
          <p:nvPr>
            <p:ph type="title"/>
          </p:nvPr>
        </p:nvSpPr>
        <p:spPr/>
        <p:txBody>
          <a:bodyPr/>
          <a:lstStyle/>
          <a:p>
            <a:r>
              <a:rPr lang="en-US">
                <a:latin typeface="Rockwell" panose="02060603020205020403" pitchFamily="18" charset="0"/>
              </a:rPr>
              <a:t>Printf : Code Example</a:t>
            </a:r>
          </a:p>
        </p:txBody>
      </p:sp>
      <p:sp>
        <p:nvSpPr>
          <p:cNvPr id="8" name="TextBox 7">
            <a:extLst>
              <a:ext uri="{FF2B5EF4-FFF2-40B4-BE49-F238E27FC236}">
                <a16:creationId xmlns:a16="http://schemas.microsoft.com/office/drawing/2014/main" id="{5E47E6DB-95B5-0FE1-74C6-98FDC31F0110}"/>
              </a:ext>
            </a:extLst>
          </p:cNvPr>
          <p:cNvSpPr txBox="1"/>
          <p:nvPr/>
        </p:nvSpPr>
        <p:spPr>
          <a:xfrm>
            <a:off x="605852" y="1427344"/>
            <a:ext cx="1060132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C00000"/>
                </a:solidFill>
                <a:latin typeface="Times New Roman"/>
                <a:cs typeface="Times New Roman"/>
              </a:rPr>
              <a:t>#include &lt;</a:t>
            </a:r>
            <a:r>
              <a:rPr lang="en-US" dirty="0" err="1">
                <a:solidFill>
                  <a:srgbClr val="C00000"/>
                </a:solidFill>
                <a:latin typeface="Times New Roman"/>
                <a:cs typeface="Times New Roman"/>
              </a:rPr>
              <a:t>stdio.h</a:t>
            </a:r>
            <a:r>
              <a:rPr lang="en-US" dirty="0">
                <a:solidFill>
                  <a:srgbClr val="C00000"/>
                </a:solidFill>
                <a:latin typeface="Times New Roman"/>
                <a:cs typeface="Times New Roman"/>
              </a:rPr>
              <a:t>&gt;</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int main ()    {</a:t>
            </a:r>
          </a:p>
          <a:p>
            <a:r>
              <a:rPr lang="en-US" dirty="0">
                <a:solidFill>
                  <a:srgbClr val="C00000"/>
                </a:solidFill>
                <a:latin typeface="Times New Roman"/>
                <a:cs typeface="Times New Roman"/>
              </a:rPr>
              <a:t>        int  age  =  20;                                                                /*declaration */</a:t>
            </a:r>
          </a:p>
          <a:p>
            <a:r>
              <a:rPr lang="en-US" dirty="0">
                <a:solidFill>
                  <a:srgbClr val="C00000"/>
                </a:solidFill>
                <a:latin typeface="Times New Roman"/>
                <a:cs typeface="Times New Roman"/>
              </a:rPr>
              <a:t>        float  gpa  =  3.85;                                                          /*declaration */</a:t>
            </a:r>
          </a:p>
          <a:p>
            <a:r>
              <a:rPr lang="en-US" dirty="0">
                <a:solidFill>
                  <a:srgbClr val="C00000"/>
                </a:solidFill>
                <a:latin typeface="Times New Roman"/>
                <a:cs typeface="Times New Roman"/>
              </a:rPr>
              <a:t>        char  grade  =  'A’;                                                          /*declaration */</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printf</a:t>
            </a:r>
            <a:r>
              <a:rPr lang="en-US" dirty="0">
                <a:solidFill>
                  <a:srgbClr val="C00000"/>
                </a:solidFill>
                <a:latin typeface="Times New Roman"/>
                <a:cs typeface="Times New Roman"/>
              </a:rPr>
              <a:t>("Age: %d,  GPA:  %f,  Grade:  %c\n",  age,  gpa,  grade);     /* prompt or output */</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return 0;                                                               /*</a:t>
            </a:r>
            <a:r>
              <a:rPr lang="en-US" dirty="0">
                <a:solidFill>
                  <a:srgbClr val="C00000"/>
                </a:solidFill>
                <a:latin typeface="Times New Roman"/>
                <a:ea typeface="+mn-lt"/>
                <a:cs typeface="Times New Roman"/>
              </a:rPr>
              <a:t>indicate that program ended successfully */</a:t>
            </a:r>
            <a:endParaRPr lang="en-US" dirty="0">
              <a:solidFill>
                <a:srgbClr val="C00000"/>
              </a:solidFill>
              <a:latin typeface="Times New Roman"/>
              <a:cs typeface="Times New Roman"/>
            </a:endParaRPr>
          </a:p>
          <a:p>
            <a:r>
              <a:rPr lang="en-US" dirty="0">
                <a:solidFill>
                  <a:srgbClr val="C00000"/>
                </a:solidFill>
                <a:latin typeface="Times New Roman"/>
                <a:cs typeface="Times New Roman"/>
              </a:rPr>
              <a:t>}</a:t>
            </a:r>
          </a:p>
        </p:txBody>
      </p:sp>
    </p:spTree>
    <p:extLst>
      <p:ext uri="{BB962C8B-B14F-4D97-AF65-F5344CB8AC3E}">
        <p14:creationId xmlns:p14="http://schemas.microsoft.com/office/powerpoint/2010/main" val="1788021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F4609-7794-0DC9-3903-8277803CC0F6}"/>
              </a:ext>
            </a:extLst>
          </p:cNvPr>
          <p:cNvSpPr>
            <a:spLocks noGrp="1"/>
          </p:cNvSpPr>
          <p:nvPr>
            <p:ph type="title"/>
          </p:nvPr>
        </p:nvSpPr>
        <p:spPr>
          <a:xfrm>
            <a:off x="838200" y="365126"/>
            <a:ext cx="10515600" cy="514302"/>
          </a:xfrm>
        </p:spPr>
        <p:txBody>
          <a:bodyPr>
            <a:normAutofit fontScale="90000"/>
          </a:bodyPr>
          <a:lstStyle/>
          <a:p>
            <a:r>
              <a:rPr lang="en-US" dirty="0" err="1">
                <a:latin typeface="Rockwell" panose="02060603020205020403" pitchFamily="18" charset="0"/>
              </a:rPr>
              <a:t>Scanf</a:t>
            </a:r>
            <a:endParaRPr lang="en-US" dirty="0">
              <a:latin typeface="Rockwell" panose="02060603020205020403" pitchFamily="18" charset="0"/>
            </a:endParaRPr>
          </a:p>
        </p:txBody>
      </p:sp>
      <p:sp>
        <p:nvSpPr>
          <p:cNvPr id="7" name="TextBox 6">
            <a:extLst>
              <a:ext uri="{FF2B5EF4-FFF2-40B4-BE49-F238E27FC236}">
                <a16:creationId xmlns:a16="http://schemas.microsoft.com/office/drawing/2014/main" id="{0D34D315-1F05-23F0-DC4D-07E2B1C8FFC7}"/>
              </a:ext>
            </a:extLst>
          </p:cNvPr>
          <p:cNvSpPr txBox="1"/>
          <p:nvPr/>
        </p:nvSpPr>
        <p:spPr>
          <a:xfrm>
            <a:off x="477501" y="920621"/>
            <a:ext cx="6125337"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cs typeface="Times New Roman"/>
              </a:rPr>
              <a:t>Scanf is a standard C library function in &lt;stdio.h&gt; that reads formatted input from the standard input source is most likely a keyboard but can be other sources and the function stores and organizes the data into variables based on the format specifiers provided. It is the reverse of printf in that it takes a format string and converts input according to it. The program is blocked and cannot run until the user enters input data.  The general syntax for a </a:t>
            </a:r>
            <a:r>
              <a:rPr lang="en-US" sz="2000" dirty="0" err="1">
                <a:latin typeface="Times New Roman"/>
                <a:cs typeface="Times New Roman"/>
              </a:rPr>
              <a:t>scanf</a:t>
            </a:r>
            <a:r>
              <a:rPr lang="en-US" sz="2000" dirty="0">
                <a:latin typeface="Times New Roman"/>
                <a:cs typeface="Times New Roman"/>
              </a:rPr>
              <a:t> function looks like: </a:t>
            </a:r>
            <a:r>
              <a:rPr lang="en-US" sz="2000" dirty="0" err="1">
                <a:latin typeface="Times New Roman"/>
                <a:cs typeface="Times New Roman"/>
              </a:rPr>
              <a:t>scanf</a:t>
            </a:r>
            <a:r>
              <a:rPr lang="en-US" sz="2000" dirty="0">
                <a:latin typeface="Times New Roman"/>
                <a:cs typeface="Times New Roman"/>
              </a:rPr>
              <a:t>(format-specifier, &amp;var1, &amp;var2, etc.). Some key points of the </a:t>
            </a:r>
            <a:r>
              <a:rPr lang="en-US" sz="2000" dirty="0" err="1">
                <a:latin typeface="Times New Roman"/>
                <a:cs typeface="Times New Roman"/>
              </a:rPr>
              <a:t>scanf</a:t>
            </a:r>
            <a:r>
              <a:rPr lang="en-US" sz="2000" dirty="0">
                <a:latin typeface="Times New Roman"/>
                <a:cs typeface="Times New Roman"/>
              </a:rPr>
              <a:t> function are the addresses of operators defined with (&amp;) these are required for most variables to store and organize their memory address to </a:t>
            </a:r>
            <a:r>
              <a:rPr lang="en-US" sz="2000" dirty="0" err="1">
                <a:latin typeface="Times New Roman"/>
                <a:cs typeface="Times New Roman"/>
              </a:rPr>
              <a:t>scanf</a:t>
            </a:r>
            <a:r>
              <a:rPr lang="en-US" sz="2000" dirty="0">
                <a:latin typeface="Times New Roman"/>
                <a:cs typeface="Times New Roman"/>
              </a:rPr>
              <a:t>. There are also string arrays which do not need to be defined with (&amp;) because the array name is a pointer to its first element. Then there is also whitespace handling defined with (\n).</a:t>
            </a:r>
          </a:p>
        </p:txBody>
      </p:sp>
      <p:sp>
        <p:nvSpPr>
          <p:cNvPr id="8" name="TextBox 7">
            <a:extLst>
              <a:ext uri="{FF2B5EF4-FFF2-40B4-BE49-F238E27FC236}">
                <a16:creationId xmlns:a16="http://schemas.microsoft.com/office/drawing/2014/main" id="{306FD2F6-AF7F-72FB-0BDE-A3FFB2E69525}"/>
              </a:ext>
            </a:extLst>
          </p:cNvPr>
          <p:cNvSpPr txBox="1"/>
          <p:nvPr/>
        </p:nvSpPr>
        <p:spPr>
          <a:xfrm>
            <a:off x="6602836" y="963775"/>
            <a:ext cx="511166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Format: A string containing format specifiers</a:t>
            </a:r>
          </a:p>
          <a:p>
            <a:r>
              <a:rPr lang="en-US" sz="1600" dirty="0">
                <a:latin typeface="Times New Roman"/>
                <a:cs typeface="Times New Roman"/>
              </a:rPr>
              <a:t>Arguments: Pointers to variables where the input should be stored (e.g., %var)</a:t>
            </a:r>
          </a:p>
        </p:txBody>
      </p:sp>
      <p:sp>
        <p:nvSpPr>
          <p:cNvPr id="11" name="TextBox 10">
            <a:extLst>
              <a:ext uri="{FF2B5EF4-FFF2-40B4-BE49-F238E27FC236}">
                <a16:creationId xmlns:a16="http://schemas.microsoft.com/office/drawing/2014/main" id="{68FC6029-A8AD-A23B-14BE-D16340B73AAE}"/>
              </a:ext>
            </a:extLst>
          </p:cNvPr>
          <p:cNvSpPr txBox="1"/>
          <p:nvPr/>
        </p:nvSpPr>
        <p:spPr>
          <a:xfrm>
            <a:off x="6602836" y="480533"/>
            <a:ext cx="23013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latin typeface="Rockwell"/>
              </a:rPr>
              <a:t>Formatting</a:t>
            </a:r>
          </a:p>
        </p:txBody>
      </p:sp>
      <p:sp>
        <p:nvSpPr>
          <p:cNvPr id="12" name="TextBox 11">
            <a:extLst>
              <a:ext uri="{FF2B5EF4-FFF2-40B4-BE49-F238E27FC236}">
                <a16:creationId xmlns:a16="http://schemas.microsoft.com/office/drawing/2014/main" id="{BFB0FB1E-2B79-9AE2-3BBD-2998233F112F}"/>
              </a:ext>
            </a:extLst>
          </p:cNvPr>
          <p:cNvSpPr txBox="1"/>
          <p:nvPr/>
        </p:nvSpPr>
        <p:spPr>
          <a:xfrm>
            <a:off x="6602836" y="1769085"/>
            <a:ext cx="371474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Common Format Specifiers</a:t>
            </a:r>
          </a:p>
          <a:p>
            <a:r>
              <a:rPr lang="en-US" sz="1600" dirty="0">
                <a:latin typeface="Times New Roman"/>
                <a:cs typeface="Times New Roman"/>
              </a:rPr>
              <a:t>-%d – integer</a:t>
            </a:r>
          </a:p>
          <a:p>
            <a:r>
              <a:rPr lang="en-US" sz="1600" dirty="0">
                <a:latin typeface="Times New Roman"/>
                <a:cs typeface="Times New Roman"/>
              </a:rPr>
              <a:t>-%</a:t>
            </a:r>
            <a:r>
              <a:rPr lang="en-US" sz="1600" dirty="0" err="1">
                <a:latin typeface="Times New Roman"/>
                <a:cs typeface="Times New Roman"/>
              </a:rPr>
              <a:t>ld</a:t>
            </a:r>
            <a:r>
              <a:rPr lang="en-US" sz="1600" dirty="0">
                <a:latin typeface="Times New Roman"/>
                <a:cs typeface="Times New Roman"/>
              </a:rPr>
              <a:t> / %</a:t>
            </a:r>
            <a:r>
              <a:rPr lang="en-US" sz="1600" dirty="0" err="1">
                <a:latin typeface="Times New Roman"/>
                <a:cs typeface="Times New Roman"/>
              </a:rPr>
              <a:t>lld</a:t>
            </a:r>
            <a:r>
              <a:rPr lang="en-US" sz="1600" dirty="0">
                <a:latin typeface="Times New Roman"/>
                <a:cs typeface="Times New Roman"/>
              </a:rPr>
              <a:t> – long / long </a:t>
            </a:r>
            <a:r>
              <a:rPr lang="en-US" sz="1600" dirty="0" err="1">
                <a:latin typeface="Times New Roman"/>
                <a:cs typeface="Times New Roman"/>
              </a:rPr>
              <a:t>long</a:t>
            </a:r>
            <a:r>
              <a:rPr lang="en-US" sz="1600" dirty="0">
                <a:latin typeface="Times New Roman"/>
                <a:cs typeface="Times New Roman"/>
              </a:rPr>
              <a:t> integer</a:t>
            </a:r>
          </a:p>
          <a:p>
            <a:r>
              <a:rPr lang="en-US" sz="1600" dirty="0">
                <a:latin typeface="Times New Roman"/>
                <a:cs typeface="Times New Roman"/>
              </a:rPr>
              <a:t>-%f – float</a:t>
            </a:r>
          </a:p>
          <a:p>
            <a:r>
              <a:rPr lang="en-US" sz="1600" dirty="0">
                <a:latin typeface="Times New Roman"/>
                <a:cs typeface="Times New Roman"/>
              </a:rPr>
              <a:t>-%c – character</a:t>
            </a:r>
          </a:p>
          <a:p>
            <a:r>
              <a:rPr lang="en-US" sz="1600" dirty="0">
                <a:latin typeface="Times New Roman"/>
                <a:cs typeface="Times New Roman"/>
              </a:rPr>
              <a:t>-%s – string</a:t>
            </a:r>
          </a:p>
          <a:p>
            <a:r>
              <a:rPr lang="en-US" sz="1600" dirty="0">
                <a:latin typeface="Times New Roman"/>
                <a:cs typeface="Times New Roman"/>
              </a:rPr>
              <a:t>-%</a:t>
            </a:r>
            <a:r>
              <a:rPr lang="en-US" sz="1600" dirty="0" err="1">
                <a:latin typeface="Times New Roman"/>
                <a:cs typeface="Times New Roman"/>
              </a:rPr>
              <a:t>lf</a:t>
            </a:r>
            <a:r>
              <a:rPr lang="en-US" sz="1600" dirty="0">
                <a:latin typeface="Times New Roman"/>
                <a:cs typeface="Times New Roman"/>
              </a:rPr>
              <a:t> – double</a:t>
            </a:r>
          </a:p>
          <a:p>
            <a:r>
              <a:rPr lang="en-US" sz="1600" dirty="0">
                <a:latin typeface="Times New Roman"/>
                <a:cs typeface="Times New Roman"/>
              </a:rPr>
              <a:t>-%c – character</a:t>
            </a:r>
          </a:p>
          <a:p>
            <a:r>
              <a:rPr lang="en-US" sz="1600" dirty="0">
                <a:latin typeface="Times New Roman"/>
                <a:cs typeface="Times New Roman"/>
              </a:rPr>
              <a:t>-%[…] - custom character set</a:t>
            </a:r>
          </a:p>
        </p:txBody>
      </p:sp>
      <p:sp>
        <p:nvSpPr>
          <p:cNvPr id="13" name="TextBox 12">
            <a:extLst>
              <a:ext uri="{FF2B5EF4-FFF2-40B4-BE49-F238E27FC236}">
                <a16:creationId xmlns:a16="http://schemas.microsoft.com/office/drawing/2014/main" id="{51A9DA22-F1FC-7042-721D-C53C4ECBB0EC}"/>
              </a:ext>
            </a:extLst>
          </p:cNvPr>
          <p:cNvSpPr txBox="1"/>
          <p:nvPr/>
        </p:nvSpPr>
        <p:spPr>
          <a:xfrm>
            <a:off x="6602837" y="3970267"/>
            <a:ext cx="481012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Note: Optional modifiers like width and length can control input size and type. </a:t>
            </a:r>
          </a:p>
        </p:txBody>
      </p:sp>
      <p:sp>
        <p:nvSpPr>
          <p:cNvPr id="14" name="TextBox 13">
            <a:extLst>
              <a:ext uri="{FF2B5EF4-FFF2-40B4-BE49-F238E27FC236}">
                <a16:creationId xmlns:a16="http://schemas.microsoft.com/office/drawing/2014/main" id="{E3711584-8DA0-2FF4-15DD-2E514AAD646E}"/>
              </a:ext>
            </a:extLst>
          </p:cNvPr>
          <p:cNvSpPr txBox="1"/>
          <p:nvPr/>
        </p:nvSpPr>
        <p:spPr>
          <a:xfrm>
            <a:off x="6602836" y="4635517"/>
            <a:ext cx="483289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cs typeface="Times New Roman"/>
              </a:rPr>
              <a:t>In summary, scanf is essential for taking structured user input in C, using format specifiers to match data types and addresses to store values. Proper use of &amp; and understanding format specifiers ensure correct and safe input handling.</a:t>
            </a:r>
          </a:p>
        </p:txBody>
      </p:sp>
    </p:spTree>
    <p:extLst>
      <p:ext uri="{BB962C8B-B14F-4D97-AF65-F5344CB8AC3E}">
        <p14:creationId xmlns:p14="http://schemas.microsoft.com/office/powerpoint/2010/main" val="1759769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4C46-40E1-EDFF-A6A1-A02B15D4A8C5}"/>
              </a:ext>
            </a:extLst>
          </p:cNvPr>
          <p:cNvSpPr>
            <a:spLocks noGrp="1"/>
          </p:cNvSpPr>
          <p:nvPr>
            <p:ph type="title"/>
          </p:nvPr>
        </p:nvSpPr>
        <p:spPr/>
        <p:txBody>
          <a:bodyPr/>
          <a:lstStyle/>
          <a:p>
            <a:r>
              <a:rPr lang="en-US">
                <a:latin typeface="Rockwell" panose="02060603020205020403" pitchFamily="18" charset="0"/>
              </a:rPr>
              <a:t>Scanf : Code Example</a:t>
            </a:r>
          </a:p>
        </p:txBody>
      </p:sp>
      <p:sp>
        <p:nvSpPr>
          <p:cNvPr id="7" name="TextBox 6">
            <a:extLst>
              <a:ext uri="{FF2B5EF4-FFF2-40B4-BE49-F238E27FC236}">
                <a16:creationId xmlns:a16="http://schemas.microsoft.com/office/drawing/2014/main" id="{5BD7BC30-F3AD-2821-0734-C45F21F5FFDE}"/>
              </a:ext>
            </a:extLst>
          </p:cNvPr>
          <p:cNvSpPr txBox="1"/>
          <p:nvPr/>
        </p:nvSpPr>
        <p:spPr>
          <a:xfrm>
            <a:off x="485774" y="1409700"/>
            <a:ext cx="1102042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C00000"/>
                </a:solidFill>
                <a:latin typeface="Times New Roman"/>
                <a:cs typeface="Times New Roman"/>
              </a:rPr>
              <a:t>#include &lt;</a:t>
            </a:r>
            <a:r>
              <a:rPr lang="en-US" dirty="0" err="1">
                <a:solidFill>
                  <a:srgbClr val="C00000"/>
                </a:solidFill>
                <a:latin typeface="Times New Roman"/>
                <a:cs typeface="Times New Roman"/>
              </a:rPr>
              <a:t>stdio.h</a:t>
            </a:r>
            <a:r>
              <a:rPr lang="en-US" dirty="0">
                <a:solidFill>
                  <a:srgbClr val="C00000"/>
                </a:solidFill>
                <a:latin typeface="Times New Roman"/>
                <a:cs typeface="Times New Roman"/>
              </a:rPr>
              <a:t>&gt;</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int main ()    {</a:t>
            </a:r>
          </a:p>
          <a:p>
            <a:r>
              <a:rPr lang="en-US" dirty="0">
                <a:solidFill>
                  <a:srgbClr val="C00000"/>
                </a:solidFill>
                <a:latin typeface="Times New Roman"/>
                <a:cs typeface="Times New Roman"/>
              </a:rPr>
              <a:t>         int age;                                                                                    /* used for </a:t>
            </a:r>
            <a:r>
              <a:rPr lang="en-US" dirty="0" err="1">
                <a:solidFill>
                  <a:srgbClr val="C00000"/>
                </a:solidFill>
                <a:latin typeface="Times New Roman"/>
                <a:cs typeface="Times New Roman"/>
              </a:rPr>
              <a:t>for</a:t>
            </a:r>
            <a:r>
              <a:rPr lang="en-US" dirty="0">
                <a:solidFill>
                  <a:srgbClr val="C00000"/>
                </a:solidFill>
                <a:latin typeface="Times New Roman"/>
                <a:cs typeface="Times New Roman"/>
              </a:rPr>
              <a:t> integer test */</a:t>
            </a:r>
          </a:p>
          <a:p>
            <a:r>
              <a:rPr lang="en-US" dirty="0">
                <a:solidFill>
                  <a:srgbClr val="C00000"/>
                </a:solidFill>
                <a:latin typeface="Times New Roman"/>
                <a:cs typeface="Times New Roman"/>
              </a:rPr>
              <a:t>         char name[50];                                                                       /* used for string test */</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printf</a:t>
            </a:r>
            <a:r>
              <a:rPr lang="en-US" dirty="0">
                <a:solidFill>
                  <a:srgbClr val="C00000"/>
                </a:solidFill>
                <a:latin typeface="Times New Roman"/>
                <a:cs typeface="Times New Roman"/>
              </a:rPr>
              <a:t>("Enter your age:   ");                                                    /* display of question for input */</a:t>
            </a: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scanf</a:t>
            </a:r>
            <a:r>
              <a:rPr lang="en-US" dirty="0">
                <a:solidFill>
                  <a:srgbClr val="C00000"/>
                </a:solidFill>
                <a:latin typeface="Times New Roman"/>
                <a:cs typeface="Times New Roman"/>
              </a:rPr>
              <a:t>("%d",  &amp;age);                                                               /* input function of data */</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printf</a:t>
            </a:r>
            <a:r>
              <a:rPr lang="en-US" dirty="0">
                <a:solidFill>
                  <a:srgbClr val="C00000"/>
                </a:solidFill>
                <a:latin typeface="Times New Roman"/>
                <a:cs typeface="Times New Roman"/>
              </a:rPr>
              <a:t>("Enter your first name:  ");                                          /* display of question for input */</a:t>
            </a: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scanf</a:t>
            </a:r>
            <a:r>
              <a:rPr lang="en-US" dirty="0">
                <a:solidFill>
                  <a:srgbClr val="C00000"/>
                </a:solidFill>
                <a:latin typeface="Times New Roman"/>
                <a:cs typeface="Times New Roman"/>
              </a:rPr>
              <a:t>("%s", name);                                                                /* input function of data*/</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printf</a:t>
            </a:r>
            <a:r>
              <a:rPr lang="en-US" dirty="0">
                <a:solidFill>
                  <a:srgbClr val="C00000"/>
                </a:solidFill>
                <a:latin typeface="Times New Roman"/>
                <a:cs typeface="Times New Roman"/>
              </a:rPr>
              <a:t>("n----- Results -----\n");                                               /* prompt */</a:t>
            </a: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printf</a:t>
            </a:r>
            <a:r>
              <a:rPr lang="en-US" dirty="0">
                <a:solidFill>
                  <a:srgbClr val="C00000"/>
                </a:solidFill>
                <a:latin typeface="Times New Roman"/>
                <a:cs typeface="Times New Roman"/>
              </a:rPr>
              <a:t>("Age:  %d\n",  age);                                                     /* prompt */ </a:t>
            </a:r>
          </a:p>
          <a:p>
            <a:r>
              <a:rPr lang="en-US" dirty="0">
                <a:solidFill>
                  <a:srgbClr val="C00000"/>
                </a:solidFill>
                <a:latin typeface="Times New Roman"/>
                <a:cs typeface="Times New Roman"/>
              </a:rPr>
              <a:t>         </a:t>
            </a:r>
            <a:r>
              <a:rPr lang="en-US" dirty="0" err="1">
                <a:solidFill>
                  <a:srgbClr val="C00000"/>
                </a:solidFill>
                <a:latin typeface="Times New Roman"/>
                <a:cs typeface="Times New Roman"/>
              </a:rPr>
              <a:t>printf</a:t>
            </a:r>
            <a:r>
              <a:rPr lang="en-US" dirty="0">
                <a:solidFill>
                  <a:srgbClr val="C00000"/>
                </a:solidFill>
                <a:latin typeface="Times New Roman"/>
                <a:cs typeface="Times New Roman"/>
              </a:rPr>
              <a:t>("Name:  %s\n",  name);                                               /* prompt */</a:t>
            </a:r>
          </a:p>
          <a:p>
            <a:endParaRPr lang="en-US" dirty="0">
              <a:solidFill>
                <a:srgbClr val="C00000"/>
              </a:solidFill>
              <a:latin typeface="Times New Roman"/>
              <a:cs typeface="Times New Roman"/>
            </a:endParaRPr>
          </a:p>
          <a:p>
            <a:r>
              <a:rPr lang="en-US" dirty="0">
                <a:solidFill>
                  <a:srgbClr val="C00000"/>
                </a:solidFill>
                <a:latin typeface="Times New Roman"/>
                <a:cs typeface="Times New Roman"/>
              </a:rPr>
              <a:t>return 0;                                                                                           /*</a:t>
            </a:r>
            <a:r>
              <a:rPr lang="en-US" dirty="0">
                <a:solidFill>
                  <a:srgbClr val="C00000"/>
                </a:solidFill>
                <a:latin typeface="Times New Roman"/>
                <a:ea typeface="+mn-lt"/>
                <a:cs typeface="Times New Roman"/>
              </a:rPr>
              <a:t>indicate that program ended successfully */</a:t>
            </a:r>
            <a:endParaRPr lang="en-US" dirty="0">
              <a:solidFill>
                <a:srgbClr val="C00000"/>
              </a:solidFill>
              <a:latin typeface="Times New Roman"/>
              <a:cs typeface="Times New Roman"/>
            </a:endParaRPr>
          </a:p>
          <a:p>
            <a:r>
              <a:rPr lang="en-US" dirty="0">
                <a:solidFill>
                  <a:srgbClr val="C00000"/>
                </a:solidFill>
                <a:latin typeface="Times New Roman"/>
                <a:cs typeface="Times New Roman"/>
              </a:rPr>
              <a:t>}</a:t>
            </a:r>
          </a:p>
        </p:txBody>
      </p:sp>
    </p:spTree>
    <p:extLst>
      <p:ext uri="{BB962C8B-B14F-4D97-AF65-F5344CB8AC3E}">
        <p14:creationId xmlns:p14="http://schemas.microsoft.com/office/powerpoint/2010/main" val="1569119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797AC-8D48-E908-5C4A-E7645C78D290}"/>
              </a:ext>
            </a:extLst>
          </p:cNvPr>
          <p:cNvSpPr>
            <a:spLocks noGrp="1"/>
          </p:cNvSpPr>
          <p:nvPr>
            <p:ph type="title"/>
          </p:nvPr>
        </p:nvSpPr>
        <p:spPr/>
        <p:txBody>
          <a:bodyPr>
            <a:normAutofit/>
          </a:bodyPr>
          <a:lstStyle/>
          <a:p>
            <a:r>
              <a:rPr lang="en-US" sz="6000" b="1" i="1"/>
              <a:t>Conclusion</a:t>
            </a:r>
          </a:p>
        </p:txBody>
      </p:sp>
      <p:sp>
        <p:nvSpPr>
          <p:cNvPr id="3" name="Content Placeholder 2">
            <a:extLst>
              <a:ext uri="{FF2B5EF4-FFF2-40B4-BE49-F238E27FC236}">
                <a16:creationId xmlns:a16="http://schemas.microsoft.com/office/drawing/2014/main" id="{CE1A2608-D600-66EE-6E98-ED046E0AF071}"/>
              </a:ext>
            </a:extLst>
          </p:cNvPr>
          <p:cNvSpPr>
            <a:spLocks noGrp="1"/>
          </p:cNvSpPr>
          <p:nvPr>
            <p:ph idx="1"/>
          </p:nvPr>
        </p:nvSpPr>
        <p:spPr>
          <a:xfrm>
            <a:off x="1033073" y="2290320"/>
            <a:ext cx="10515600" cy="3166100"/>
          </a:xfrm>
        </p:spPr>
        <p:txBody>
          <a:bodyPr/>
          <a:lstStyle/>
          <a:p>
            <a:pPr marL="0" indent="0">
              <a:buNone/>
            </a:pPr>
            <a:r>
              <a:rPr lang="en-US" b="1" dirty="0"/>
              <a:t>In conclusion, loops, </a:t>
            </a:r>
            <a:r>
              <a:rPr lang="en-US" b="1" dirty="0" err="1"/>
              <a:t>printf</a:t>
            </a:r>
            <a:r>
              <a:rPr lang="en-US" b="1" dirty="0"/>
              <a:t>(), and </a:t>
            </a:r>
            <a:r>
              <a:rPr lang="en-US" b="1" dirty="0" err="1"/>
              <a:t>scanf</a:t>
            </a:r>
            <a:r>
              <a:rPr lang="en-US" b="1" dirty="0"/>
              <a:t>() are three very important tools when learning C programming. Loops help reduce repetitive code and make programs more efficient, while </a:t>
            </a:r>
            <a:r>
              <a:rPr lang="en-US" b="1" dirty="0" err="1"/>
              <a:t>printf</a:t>
            </a:r>
            <a:r>
              <a:rPr lang="en-US" b="1" dirty="0"/>
              <a:t>() and </a:t>
            </a:r>
            <a:r>
              <a:rPr lang="en-US" b="1" dirty="0" err="1"/>
              <a:t>scanf</a:t>
            </a:r>
            <a:r>
              <a:rPr lang="en-US" b="1" dirty="0"/>
              <a:t>() allow the program to communicate with the user through output and input. Understanding how these three work together gives us a better foundation for creating programs that are cleaner, more efficient, and more interactive.</a:t>
            </a:r>
          </a:p>
          <a:p>
            <a:pPr marL="0" indent="0">
              <a:buNone/>
            </a:pPr>
            <a:endParaRPr lang="en-US" dirty="0"/>
          </a:p>
        </p:txBody>
      </p:sp>
    </p:spTree>
    <p:extLst>
      <p:ext uri="{BB962C8B-B14F-4D97-AF65-F5344CB8AC3E}">
        <p14:creationId xmlns:p14="http://schemas.microsoft.com/office/powerpoint/2010/main" val="1285699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1626</Words>
  <Application>Microsoft Office PowerPoint</Application>
  <PresentationFormat>Widescreen</PresentationFormat>
  <Paragraphs>107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Rockwell</vt:lpstr>
      <vt:lpstr>Times New Roman</vt:lpstr>
      <vt:lpstr>Office Theme</vt:lpstr>
      <vt:lpstr>Summary of Loops, Printf, Scanf A03</vt:lpstr>
      <vt:lpstr>Loops</vt:lpstr>
      <vt:lpstr>Loops : Code Example</vt:lpstr>
      <vt:lpstr>Input</vt:lpstr>
      <vt:lpstr>Output</vt:lpstr>
      <vt:lpstr>Printf</vt:lpstr>
      <vt:lpstr>Printf : Code Example</vt:lpstr>
      <vt:lpstr>Scanf</vt:lpstr>
      <vt:lpstr>Scanf : Code Example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Ilex Travis</dc:creator>
  <cp:lastModifiedBy>Ilex Travis</cp:lastModifiedBy>
  <cp:revision>565</cp:revision>
  <dcterms:created xsi:type="dcterms:W3CDTF">2026-08-31T00:04:02Z</dcterms:created>
  <dcterms:modified xsi:type="dcterms:W3CDTF">2026-09-02T19:42:55Z</dcterms:modified>
</cp:coreProperties>
</file>